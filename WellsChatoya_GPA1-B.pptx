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7ADBE-595D-442D-A8B5-14DCD5B67DEE}" v="1" dt="2026-01-19T03:01:10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ari Fowler" userId="b0874dcac9071ad3" providerId="LiveId" clId="{C591C9C6-4A50-4DB8-9EB3-4E825E9B224B}"/>
    <pc:docChg chg="custSel addSld modSld">
      <pc:chgData name="Jamari Fowler" userId="b0874dcac9071ad3" providerId="LiveId" clId="{C591C9C6-4A50-4DB8-9EB3-4E825E9B224B}" dt="2026-01-19T16:23:59.751" v="71" actId="26606"/>
      <pc:docMkLst>
        <pc:docMk/>
      </pc:docMkLst>
      <pc:sldChg chg="addSp modSp mod setBg">
        <pc:chgData name="Jamari Fowler" userId="b0874dcac9071ad3" providerId="LiveId" clId="{C591C9C6-4A50-4DB8-9EB3-4E825E9B224B}" dt="2026-01-19T16:23:59.751" v="71" actId="26606"/>
        <pc:sldMkLst>
          <pc:docMk/>
          <pc:sldMk cId="4030410270" sldId="256"/>
        </pc:sldMkLst>
        <pc:spChg chg="mod">
          <ac:chgData name="Jamari Fowler" userId="b0874dcac9071ad3" providerId="LiveId" clId="{C591C9C6-4A50-4DB8-9EB3-4E825E9B224B}" dt="2026-01-19T16:23:59.751" v="71" actId="26606"/>
          <ac:spMkLst>
            <pc:docMk/>
            <pc:sldMk cId="4030410270" sldId="256"/>
            <ac:spMk id="2" creationId="{7A5CE2C2-41EF-190C-B72E-FDC88A8CF4B6}"/>
          </ac:spMkLst>
        </pc:spChg>
        <pc:spChg chg="mod">
          <ac:chgData name="Jamari Fowler" userId="b0874dcac9071ad3" providerId="LiveId" clId="{C591C9C6-4A50-4DB8-9EB3-4E825E9B224B}" dt="2026-01-19T16:23:59.751" v="71" actId="26606"/>
          <ac:spMkLst>
            <pc:docMk/>
            <pc:sldMk cId="4030410270" sldId="256"/>
            <ac:spMk id="3" creationId="{99FB524A-67B5-DC63-DF91-08D7BAEBE784}"/>
          </ac:spMkLst>
        </pc:spChg>
        <pc:spChg chg="add">
          <ac:chgData name="Jamari Fowler" userId="b0874dcac9071ad3" providerId="LiveId" clId="{C591C9C6-4A50-4DB8-9EB3-4E825E9B224B}" dt="2026-01-19T16:23:59.751" v="71" actId="26606"/>
          <ac:spMkLst>
            <pc:docMk/>
            <pc:sldMk cId="4030410270" sldId="256"/>
            <ac:spMk id="8" creationId="{0262E669-7774-4EAE-BBCE-F9FFE664D513}"/>
          </ac:spMkLst>
        </pc:spChg>
        <pc:spChg chg="add">
          <ac:chgData name="Jamari Fowler" userId="b0874dcac9071ad3" providerId="LiveId" clId="{C591C9C6-4A50-4DB8-9EB3-4E825E9B224B}" dt="2026-01-19T16:23:59.751" v="71" actId="26606"/>
          <ac:spMkLst>
            <pc:docMk/>
            <pc:sldMk cId="4030410270" sldId="256"/>
            <ac:spMk id="10" creationId="{0CD485ED-328F-4350-AB3E-F6EA4514990B}"/>
          </ac:spMkLst>
        </pc:spChg>
        <pc:spChg chg="add">
          <ac:chgData name="Jamari Fowler" userId="b0874dcac9071ad3" providerId="LiveId" clId="{C591C9C6-4A50-4DB8-9EB3-4E825E9B224B}" dt="2026-01-19T16:23:59.751" v="71" actId="26606"/>
          <ac:spMkLst>
            <pc:docMk/>
            <pc:sldMk cId="4030410270" sldId="256"/>
            <ac:spMk id="12" creationId="{5353D259-DA18-451D-9A95-02198BF55E20}"/>
          </ac:spMkLst>
        </pc:spChg>
      </pc:sldChg>
      <pc:sldChg chg="addSp delSp modSp new mod setBg">
        <pc:chgData name="Jamari Fowler" userId="b0874dcac9071ad3" providerId="LiveId" clId="{C591C9C6-4A50-4DB8-9EB3-4E825E9B224B}" dt="2026-01-19T16:07:19.629" v="61" actId="1076"/>
        <pc:sldMkLst>
          <pc:docMk/>
          <pc:sldMk cId="3926071424" sldId="257"/>
        </pc:sldMkLst>
        <pc:spChg chg="del mod">
          <ac:chgData name="Jamari Fowler" userId="b0874dcac9071ad3" providerId="LiveId" clId="{C591C9C6-4A50-4DB8-9EB3-4E825E9B224B}" dt="2026-01-19T16:07:03.396" v="58" actId="478"/>
          <ac:spMkLst>
            <pc:docMk/>
            <pc:sldMk cId="3926071424" sldId="257"/>
            <ac:spMk id="2" creationId="{2E3B9BE3-E33E-5344-5CAB-42A77C78F6BE}"/>
          </ac:spMkLst>
        </pc:spChg>
        <pc:spChg chg="del mod">
          <ac:chgData name="Jamari Fowler" userId="b0874dcac9071ad3" providerId="LiveId" clId="{C591C9C6-4A50-4DB8-9EB3-4E825E9B224B}" dt="2026-01-19T16:05:58.794" v="55" actId="22"/>
          <ac:spMkLst>
            <pc:docMk/>
            <pc:sldMk cId="3926071424" sldId="257"/>
            <ac:spMk id="3" creationId="{17A2A27F-7249-4212-6D9E-4240D0652610}"/>
          </ac:spMkLst>
        </pc:spChg>
        <pc:spChg chg="add del">
          <ac:chgData name="Jamari Fowler" userId="b0874dcac9071ad3" providerId="LiveId" clId="{C591C9C6-4A50-4DB8-9EB3-4E825E9B224B}" dt="2026-01-19T16:06:57.469" v="57" actId="478"/>
          <ac:spMkLst>
            <pc:docMk/>
            <pc:sldMk cId="3926071424" sldId="257"/>
            <ac:spMk id="9" creationId="{9A4874E9-F87C-1C74-F918-82CAE191AF23}"/>
          </ac:spMkLst>
        </pc:spChg>
        <pc:spChg chg="add">
          <ac:chgData name="Jamari Fowler" userId="b0874dcac9071ad3" providerId="LiveId" clId="{C591C9C6-4A50-4DB8-9EB3-4E825E9B224B}" dt="2026-01-19T16:06:10.116" v="56" actId="26606"/>
          <ac:spMkLst>
            <pc:docMk/>
            <pc:sldMk cId="3926071424" sldId="257"/>
            <ac:spMk id="12" creationId="{50811073-89F5-46D6-83D8-BA764464977D}"/>
          </ac:spMkLst>
        </pc:spChg>
        <pc:spChg chg="add">
          <ac:chgData name="Jamari Fowler" userId="b0874dcac9071ad3" providerId="LiveId" clId="{C591C9C6-4A50-4DB8-9EB3-4E825E9B224B}" dt="2026-01-19T16:06:10.116" v="56" actId="26606"/>
          <ac:spMkLst>
            <pc:docMk/>
            <pc:sldMk cId="3926071424" sldId="257"/>
            <ac:spMk id="14" creationId="{608CD17C-4A7C-477D-A659-BA8A89A78700}"/>
          </ac:spMkLst>
        </pc:spChg>
        <pc:picChg chg="add mod ord">
          <ac:chgData name="Jamari Fowler" userId="b0874dcac9071ad3" providerId="LiveId" clId="{C591C9C6-4A50-4DB8-9EB3-4E825E9B224B}" dt="2026-01-19T16:07:19.629" v="61" actId="1076"/>
          <ac:picMkLst>
            <pc:docMk/>
            <pc:sldMk cId="3926071424" sldId="257"/>
            <ac:picMk id="5" creationId="{BB997770-3F9E-43A3-9D29-5444EEB62469}"/>
          </ac:picMkLst>
        </pc:picChg>
      </pc:sldChg>
      <pc:sldChg chg="addSp modSp new mod">
        <pc:chgData name="Jamari Fowler" userId="b0874dcac9071ad3" providerId="LiveId" clId="{C591C9C6-4A50-4DB8-9EB3-4E825E9B224B}" dt="2026-01-19T16:12:35.999" v="67" actId="1076"/>
        <pc:sldMkLst>
          <pc:docMk/>
          <pc:sldMk cId="272276102" sldId="258"/>
        </pc:sldMkLst>
        <pc:picChg chg="add mod">
          <ac:chgData name="Jamari Fowler" userId="b0874dcac9071ad3" providerId="LiveId" clId="{C591C9C6-4A50-4DB8-9EB3-4E825E9B224B}" dt="2026-01-19T16:12:35.999" v="67" actId="1076"/>
          <ac:picMkLst>
            <pc:docMk/>
            <pc:sldMk cId="272276102" sldId="258"/>
            <ac:picMk id="3" creationId="{18BDF7C3-FC9F-56D8-17FB-B0E446E75F78}"/>
          </ac:picMkLst>
        </pc:picChg>
      </pc:sldChg>
      <pc:sldChg chg="addSp modSp new mod setBg">
        <pc:chgData name="Jamari Fowler" userId="b0874dcac9071ad3" providerId="LiveId" clId="{C591C9C6-4A50-4DB8-9EB3-4E825E9B224B}" dt="2026-01-19T16:23:02.424" v="70" actId="26606"/>
        <pc:sldMkLst>
          <pc:docMk/>
          <pc:sldMk cId="3977627638" sldId="259"/>
        </pc:sldMkLst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8" creationId="{F3060C83-F051-4F0E-ABAD-AA0DFC48B218}"/>
          </ac:spMkLst>
        </pc:spChg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10" creationId="{83C98ABE-055B-441F-B07E-44F97F083C39}"/>
          </ac:spMkLst>
        </pc:spChg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12" creationId="{29FDB030-9B49-4CED-8CCD-4D99382388AC}"/>
          </ac:spMkLst>
        </pc:spChg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14" creationId="{3783CA14-24A1-485C-8B30-D6A5D87987AD}"/>
          </ac:spMkLst>
        </pc:spChg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16" creationId="{9A97C86A-04D6-40F7-AE84-31AB43E6A846}"/>
          </ac:spMkLst>
        </pc:spChg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18" creationId="{FF9F2414-84E8-453E-B1F3-389FDE8192D9}"/>
          </ac:spMkLst>
        </pc:spChg>
        <pc:spChg chg="add">
          <ac:chgData name="Jamari Fowler" userId="b0874dcac9071ad3" providerId="LiveId" clId="{C591C9C6-4A50-4DB8-9EB3-4E825E9B224B}" dt="2026-01-19T16:23:02.424" v="70" actId="26606"/>
          <ac:spMkLst>
            <pc:docMk/>
            <pc:sldMk cId="3977627638" sldId="259"/>
            <ac:spMk id="20" creationId="{3ECA69A1-7536-43AC-85EF-C7106179F5ED}"/>
          </ac:spMkLst>
        </pc:spChg>
        <pc:picChg chg="add mod">
          <ac:chgData name="Jamari Fowler" userId="b0874dcac9071ad3" providerId="LiveId" clId="{C591C9C6-4A50-4DB8-9EB3-4E825E9B224B}" dt="2026-01-19T16:23:02.424" v="70" actId="26606"/>
          <ac:picMkLst>
            <pc:docMk/>
            <pc:sldMk cId="3977627638" sldId="259"/>
            <ac:picMk id="3" creationId="{6E5F1C56-4CCB-02FE-4800-744AD25A83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A7305-BED3-14AB-2C5C-A89545A70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E319D-5988-FCE4-1F5B-3B4A17FBF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FBA75-6DDA-FD68-244D-E581F22A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B1EF9-34A8-8F17-CF89-03CF468D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2067B-EE62-50E7-819A-A8A9CE00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6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F475-F701-2670-6F93-4593F9C8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BD0-84A9-1358-F629-9F94AD55A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A65D9-94E2-ACCD-F866-003C1CD1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E2D9-FFE0-B52F-D0D7-C0E0C483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10DF7-C501-81DE-64CA-634A502F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8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695C-081C-098D-B6B0-B11F63ED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B1455-5B5C-DAFA-1DBF-8352D25F8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5D310-F235-F901-A62F-E32F2B2F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82AB-CD5E-6281-C445-B74D54DB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04276-5AEC-D04E-4954-B83686A7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6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1C50-8067-5B49-5942-BC62F1733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A27B4-9DBE-C1CE-F6B3-A1832C082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94F47-3EBD-323E-2880-98353DD1E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65758-A653-E2D8-F2E7-2778A909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CFE01-F472-2A9A-18B6-0DEDFB3B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B3B9D-F357-2D0F-18A3-636D1F0E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1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48F1-0CB8-F668-5AAE-EA67748D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CAB98-2F90-E067-9B3E-62AEEC10F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41F87-BCEF-9A50-BD87-44587241A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F65A2C-2DEA-5189-DB75-E89AF1836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35316-87AA-DDC6-D35C-70ED16223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333FE-0D86-8835-9E54-9ADF85AA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CAB5D-C3CE-9E6A-024B-9262BF77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A81F8-DA48-7A5F-A2FA-54C030A7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3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7E10-5587-716E-C403-8B8002DA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7B28B-0AAF-BC3E-1E08-D3F3FCBA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D0C6B-078E-31E4-BEA2-80A683D0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30960-E04F-7983-D762-15403DE6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3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87F82-76D5-F0AD-5630-E96F4588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A69A9-C42D-F90E-C40C-7266AFC7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DBD12-52EE-5388-77D0-8076A979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7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C8A5-5A69-3245-89AB-BD4F9FA0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D69CA-4C4F-373A-0AC9-E6C218D9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9AB00-8F0C-C211-6CA7-70C1CAEF2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C7DF2-1911-6D22-FBB4-5DAC6386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F729-91E3-B614-9B45-DCC7F2EE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EB884-99E1-AEB2-BE47-C5F9406E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8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0214-B027-C27E-E66B-B9BAE89F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A2E0D-4456-4DDE-F38F-85527FCE2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50B0E-8A24-0802-13A7-5C556681B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664FF-ECE5-C05B-30B1-C56084E5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8F430-539B-A1FF-7606-94BE3007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B883A-03AB-52DD-9603-3EC41F99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2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95E8-194A-1F1D-F2C1-18265CDB6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0EA8C-8526-49A1-2020-C48F0F3E2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05312-92F6-514E-8357-C185EA1F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66D8D-8EC6-7E62-EBB0-268ACB17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B0C0E-2CE0-A949-246A-03E81193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8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EA42E-E133-C14C-189F-AF5BD3273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D5B4A-4936-EB42-6F40-EDD4D5BC4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7982C-48F0-808E-8B50-1560D4D7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6434A-CC7E-F5CA-7D20-C1F1D40B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E0D70-BC5F-C22D-E336-44F9C24E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0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F9BE1-082C-FDC5-BCAF-6DBA5012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76148-3C7B-808C-78E5-571AF219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C3B65-FCDC-DF72-C57F-C51FDDF29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FECBD-87E6-47D8-9B1A-0DD543DA473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96F50-1092-7A9B-92AE-B5A9F94F0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92E92-5D48-36F9-EE1D-102DCA291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21C45-C27D-4CB5-ADC8-E9C521924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91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62E669-7774-4EAE-BBCE-F9FFE664D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485ED-328F-4350-AB3E-F6EA45149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484" y="837483"/>
            <a:ext cx="10500646" cy="4843095"/>
          </a:xfrm>
          <a:custGeom>
            <a:avLst/>
            <a:gdLst>
              <a:gd name="connsiteX0" fmla="*/ 0 w 10052180"/>
              <a:gd name="connsiteY0" fmla="*/ 0 h 4650769"/>
              <a:gd name="connsiteX1" fmla="*/ 10052180 w 10052180"/>
              <a:gd name="connsiteY1" fmla="*/ 0 h 4650769"/>
              <a:gd name="connsiteX2" fmla="*/ 10052180 w 10052180"/>
              <a:gd name="connsiteY2" fmla="*/ 4571218 h 4650769"/>
              <a:gd name="connsiteX3" fmla="*/ 10050702 w 10052180"/>
              <a:gd name="connsiteY3" fmla="*/ 4571562 h 4650769"/>
              <a:gd name="connsiteX4" fmla="*/ 10001878 w 10052180"/>
              <a:gd name="connsiteY4" fmla="*/ 4572066 h 4650769"/>
              <a:gd name="connsiteX5" fmla="*/ 9969638 w 10052180"/>
              <a:gd name="connsiteY5" fmla="*/ 4575824 h 4650769"/>
              <a:gd name="connsiteX6" fmla="*/ 9864299 w 10052180"/>
              <a:gd name="connsiteY6" fmla="*/ 4580290 h 4650769"/>
              <a:gd name="connsiteX7" fmla="*/ 9796089 w 10052180"/>
              <a:gd name="connsiteY7" fmla="*/ 4591897 h 4650769"/>
              <a:gd name="connsiteX8" fmla="*/ 9658617 w 10052180"/>
              <a:gd name="connsiteY8" fmla="*/ 4628572 h 4650769"/>
              <a:gd name="connsiteX9" fmla="*/ 9605787 w 10052180"/>
              <a:gd name="connsiteY9" fmla="*/ 4633374 h 4650769"/>
              <a:gd name="connsiteX10" fmla="*/ 9408928 w 10052180"/>
              <a:gd name="connsiteY10" fmla="*/ 4634030 h 4650769"/>
              <a:gd name="connsiteX11" fmla="*/ 9290980 w 10052180"/>
              <a:gd name="connsiteY11" fmla="*/ 4628234 h 4650769"/>
              <a:gd name="connsiteX12" fmla="*/ 9195937 w 10052180"/>
              <a:gd name="connsiteY12" fmla="*/ 4629562 h 4650769"/>
              <a:gd name="connsiteX13" fmla="*/ 9091821 w 10052180"/>
              <a:gd name="connsiteY13" fmla="*/ 4619955 h 4650769"/>
              <a:gd name="connsiteX14" fmla="*/ 9005324 w 10052180"/>
              <a:gd name="connsiteY14" fmla="*/ 4627981 h 4650769"/>
              <a:gd name="connsiteX15" fmla="*/ 8911383 w 10052180"/>
              <a:gd name="connsiteY15" fmla="*/ 4634700 h 4650769"/>
              <a:gd name="connsiteX16" fmla="*/ 8853295 w 10052180"/>
              <a:gd name="connsiteY16" fmla="*/ 4644792 h 4650769"/>
              <a:gd name="connsiteX17" fmla="*/ 8813991 w 10052180"/>
              <a:gd name="connsiteY17" fmla="*/ 4634596 h 4650769"/>
              <a:gd name="connsiteX18" fmla="*/ 8687179 w 10052180"/>
              <a:gd name="connsiteY18" fmla="*/ 4588065 h 4650769"/>
              <a:gd name="connsiteX19" fmla="*/ 8623955 w 10052180"/>
              <a:gd name="connsiteY19" fmla="*/ 4578046 h 4650769"/>
              <a:gd name="connsiteX20" fmla="*/ 8622786 w 10052180"/>
              <a:gd name="connsiteY20" fmla="*/ 4577305 h 4650769"/>
              <a:gd name="connsiteX21" fmla="*/ 8600904 w 10052180"/>
              <a:gd name="connsiteY21" fmla="*/ 4582918 h 4650769"/>
              <a:gd name="connsiteX22" fmla="*/ 8433071 w 10052180"/>
              <a:gd name="connsiteY22" fmla="*/ 4606234 h 4650769"/>
              <a:gd name="connsiteX23" fmla="*/ 8318071 w 10052180"/>
              <a:gd name="connsiteY23" fmla="*/ 4586590 h 4650769"/>
              <a:gd name="connsiteX24" fmla="*/ 8242424 w 10052180"/>
              <a:gd name="connsiteY24" fmla="*/ 4566486 h 4650769"/>
              <a:gd name="connsiteX25" fmla="*/ 8193517 w 10052180"/>
              <a:gd name="connsiteY25" fmla="*/ 4551756 h 4650769"/>
              <a:gd name="connsiteX26" fmla="*/ 8156253 w 10052180"/>
              <a:gd name="connsiteY26" fmla="*/ 4539485 h 4650769"/>
              <a:gd name="connsiteX27" fmla="*/ 8105237 w 10052180"/>
              <a:gd name="connsiteY27" fmla="*/ 4530754 h 4650769"/>
              <a:gd name="connsiteX28" fmla="*/ 8012182 w 10052180"/>
              <a:gd name="connsiteY28" fmla="*/ 4569955 h 4650769"/>
              <a:gd name="connsiteX29" fmla="*/ 7873023 w 10052180"/>
              <a:gd name="connsiteY29" fmla="*/ 4594395 h 4650769"/>
              <a:gd name="connsiteX30" fmla="*/ 7766598 w 10052180"/>
              <a:gd name="connsiteY30" fmla="*/ 4583182 h 4650769"/>
              <a:gd name="connsiteX31" fmla="*/ 7739745 w 10052180"/>
              <a:gd name="connsiteY31" fmla="*/ 4588115 h 4650769"/>
              <a:gd name="connsiteX32" fmla="*/ 7616434 w 10052180"/>
              <a:gd name="connsiteY32" fmla="*/ 4564808 h 4650769"/>
              <a:gd name="connsiteX33" fmla="*/ 7431215 w 10052180"/>
              <a:gd name="connsiteY33" fmla="*/ 4552516 h 4650769"/>
              <a:gd name="connsiteX34" fmla="*/ 7237422 w 10052180"/>
              <a:gd name="connsiteY34" fmla="*/ 4498285 h 4650769"/>
              <a:gd name="connsiteX35" fmla="*/ 7011658 w 10052180"/>
              <a:gd name="connsiteY35" fmla="*/ 4451218 h 4650769"/>
              <a:gd name="connsiteX36" fmla="*/ 6867111 w 10052180"/>
              <a:gd name="connsiteY36" fmla="*/ 4419048 h 4650769"/>
              <a:gd name="connsiteX37" fmla="*/ 6712288 w 10052180"/>
              <a:gd name="connsiteY37" fmla="*/ 4430721 h 4650769"/>
              <a:gd name="connsiteX38" fmla="*/ 6543149 w 10052180"/>
              <a:gd name="connsiteY38" fmla="*/ 4429858 h 4650769"/>
              <a:gd name="connsiteX39" fmla="*/ 6393064 w 10052180"/>
              <a:gd name="connsiteY39" fmla="*/ 4406561 h 4650769"/>
              <a:gd name="connsiteX40" fmla="*/ 6303049 w 10052180"/>
              <a:gd name="connsiteY40" fmla="*/ 4399385 h 4650769"/>
              <a:gd name="connsiteX41" fmla="*/ 6268511 w 10052180"/>
              <a:gd name="connsiteY41" fmla="*/ 4407283 h 4650769"/>
              <a:gd name="connsiteX42" fmla="*/ 6220512 w 10052180"/>
              <a:gd name="connsiteY42" fmla="*/ 4411171 h 4650769"/>
              <a:gd name="connsiteX43" fmla="*/ 6135538 w 10052180"/>
              <a:gd name="connsiteY43" fmla="*/ 4426253 h 4650769"/>
              <a:gd name="connsiteX44" fmla="*/ 6031127 w 10052180"/>
              <a:gd name="connsiteY44" fmla="*/ 4420204 h 4650769"/>
              <a:gd name="connsiteX45" fmla="*/ 5969808 w 10052180"/>
              <a:gd name="connsiteY45" fmla="*/ 4408049 h 4650769"/>
              <a:gd name="connsiteX46" fmla="*/ 5944950 w 10052180"/>
              <a:gd name="connsiteY46" fmla="*/ 4393767 h 4650769"/>
              <a:gd name="connsiteX47" fmla="*/ 5509282 w 10052180"/>
              <a:gd name="connsiteY47" fmla="*/ 4393767 h 4650769"/>
              <a:gd name="connsiteX48" fmla="*/ 5488183 w 10052180"/>
              <a:gd name="connsiteY48" fmla="*/ 4398554 h 4650769"/>
              <a:gd name="connsiteX49" fmla="*/ 5481447 w 10052180"/>
              <a:gd name="connsiteY49" fmla="*/ 4395975 h 4650769"/>
              <a:gd name="connsiteX50" fmla="*/ 5473864 w 10052180"/>
              <a:gd name="connsiteY50" fmla="*/ 4393767 h 4650769"/>
              <a:gd name="connsiteX51" fmla="*/ 5441368 w 10052180"/>
              <a:gd name="connsiteY51" fmla="*/ 4393767 h 4650769"/>
              <a:gd name="connsiteX52" fmla="*/ 5427734 w 10052180"/>
              <a:gd name="connsiteY52" fmla="*/ 4401537 h 4650769"/>
              <a:gd name="connsiteX53" fmla="*/ 5412372 w 10052180"/>
              <a:gd name="connsiteY53" fmla="*/ 4394628 h 4650769"/>
              <a:gd name="connsiteX54" fmla="*/ 5412559 w 10052180"/>
              <a:gd name="connsiteY54" fmla="*/ 4393767 h 4650769"/>
              <a:gd name="connsiteX55" fmla="*/ 5182205 w 10052180"/>
              <a:gd name="connsiteY55" fmla="*/ 4393767 h 4650769"/>
              <a:gd name="connsiteX56" fmla="*/ 5167180 w 10052180"/>
              <a:gd name="connsiteY56" fmla="*/ 4401547 h 4650769"/>
              <a:gd name="connsiteX57" fmla="*/ 5116191 w 10052180"/>
              <a:gd name="connsiteY57" fmla="*/ 4410857 h 4650769"/>
              <a:gd name="connsiteX58" fmla="*/ 4978049 w 10052180"/>
              <a:gd name="connsiteY58" fmla="*/ 4444099 h 4650769"/>
              <a:gd name="connsiteX59" fmla="*/ 4918199 w 10052180"/>
              <a:gd name="connsiteY59" fmla="*/ 4475969 h 4650769"/>
              <a:gd name="connsiteX60" fmla="*/ 4819404 w 10052180"/>
              <a:gd name="connsiteY60" fmla="*/ 4498170 h 4650769"/>
              <a:gd name="connsiteX61" fmla="*/ 4748850 w 10052180"/>
              <a:gd name="connsiteY61" fmla="*/ 4510039 h 4650769"/>
              <a:gd name="connsiteX62" fmla="*/ 4728909 w 10052180"/>
              <a:gd name="connsiteY62" fmla="*/ 4533669 h 4650769"/>
              <a:gd name="connsiteX63" fmla="*/ 4728624 w 10052180"/>
              <a:gd name="connsiteY63" fmla="*/ 4534109 h 4650769"/>
              <a:gd name="connsiteX64" fmla="*/ 4685733 w 10052180"/>
              <a:gd name="connsiteY64" fmla="*/ 4537269 h 4650769"/>
              <a:gd name="connsiteX65" fmla="*/ 4591811 w 10052180"/>
              <a:gd name="connsiteY65" fmla="*/ 4562739 h 4650769"/>
              <a:gd name="connsiteX66" fmla="*/ 4562217 w 10052180"/>
              <a:gd name="connsiteY66" fmla="*/ 4569392 h 4650769"/>
              <a:gd name="connsiteX67" fmla="*/ 4546453 w 10052180"/>
              <a:gd name="connsiteY67" fmla="*/ 4575327 h 4650769"/>
              <a:gd name="connsiteX68" fmla="*/ 4522757 w 10052180"/>
              <a:gd name="connsiteY68" fmla="*/ 4559783 h 4650769"/>
              <a:gd name="connsiteX69" fmla="*/ 4493193 w 10052180"/>
              <a:gd name="connsiteY69" fmla="*/ 4566418 h 4650769"/>
              <a:gd name="connsiteX70" fmla="*/ 4486309 w 10052180"/>
              <a:gd name="connsiteY70" fmla="*/ 4568571 h 4650769"/>
              <a:gd name="connsiteX71" fmla="*/ 4434522 w 10052180"/>
              <a:gd name="connsiteY71" fmla="*/ 4553363 h 4650769"/>
              <a:gd name="connsiteX72" fmla="*/ 4429460 w 10052180"/>
              <a:gd name="connsiteY72" fmla="*/ 4547302 h 4650769"/>
              <a:gd name="connsiteX73" fmla="*/ 4403505 w 10052180"/>
              <a:gd name="connsiteY73" fmla="*/ 4544604 h 4650769"/>
              <a:gd name="connsiteX74" fmla="*/ 4400557 w 10052180"/>
              <a:gd name="connsiteY74" fmla="*/ 4546201 h 4650769"/>
              <a:gd name="connsiteX75" fmla="*/ 4379030 w 10052180"/>
              <a:gd name="connsiteY75" fmla="*/ 4536886 h 4650769"/>
              <a:gd name="connsiteX76" fmla="*/ 4292758 w 10052180"/>
              <a:gd name="connsiteY76" fmla="*/ 4520332 h 4650769"/>
              <a:gd name="connsiteX77" fmla="*/ 4126934 w 10052180"/>
              <a:gd name="connsiteY77" fmla="*/ 4511325 h 4650769"/>
              <a:gd name="connsiteX78" fmla="*/ 3954199 w 10052180"/>
              <a:gd name="connsiteY78" fmla="*/ 4486409 h 4650769"/>
              <a:gd name="connsiteX79" fmla="*/ 3790501 w 10052180"/>
              <a:gd name="connsiteY79" fmla="*/ 4495445 h 4650769"/>
              <a:gd name="connsiteX80" fmla="*/ 3492963 w 10052180"/>
              <a:gd name="connsiteY80" fmla="*/ 4468480 h 4650769"/>
              <a:gd name="connsiteX81" fmla="*/ 3390904 w 10052180"/>
              <a:gd name="connsiteY81" fmla="*/ 4465867 h 4650769"/>
              <a:gd name="connsiteX82" fmla="*/ 3322528 w 10052180"/>
              <a:gd name="connsiteY82" fmla="*/ 4464799 h 4650769"/>
              <a:gd name="connsiteX83" fmla="*/ 3317795 w 10052180"/>
              <a:gd name="connsiteY83" fmla="*/ 4467272 h 4650769"/>
              <a:gd name="connsiteX84" fmla="*/ 3298702 w 10052180"/>
              <a:gd name="connsiteY84" fmla="*/ 4468689 h 4650769"/>
              <a:gd name="connsiteX85" fmla="*/ 3293503 w 10052180"/>
              <a:gd name="connsiteY85" fmla="*/ 4479690 h 4650769"/>
              <a:gd name="connsiteX86" fmla="*/ 3229705 w 10052180"/>
              <a:gd name="connsiteY86" fmla="*/ 4489069 h 4650769"/>
              <a:gd name="connsiteX87" fmla="*/ 3076109 w 10052180"/>
              <a:gd name="connsiteY87" fmla="*/ 4492987 h 4650769"/>
              <a:gd name="connsiteX88" fmla="*/ 2962379 w 10052180"/>
              <a:gd name="connsiteY88" fmla="*/ 4474229 h 4650769"/>
              <a:gd name="connsiteX89" fmla="*/ 2924375 w 10052180"/>
              <a:gd name="connsiteY89" fmla="*/ 4484334 h 4650769"/>
              <a:gd name="connsiteX90" fmla="*/ 2871297 w 10052180"/>
              <a:gd name="connsiteY90" fmla="*/ 4491313 h 4650769"/>
              <a:gd name="connsiteX91" fmla="*/ 2700663 w 10052180"/>
              <a:gd name="connsiteY91" fmla="*/ 4485036 h 4650769"/>
              <a:gd name="connsiteX92" fmla="*/ 2560084 w 10052180"/>
              <a:gd name="connsiteY92" fmla="*/ 4489523 h 4650769"/>
              <a:gd name="connsiteX93" fmla="*/ 2479658 w 10052180"/>
              <a:gd name="connsiteY93" fmla="*/ 4499250 h 4650769"/>
              <a:gd name="connsiteX94" fmla="*/ 2309526 w 10052180"/>
              <a:gd name="connsiteY94" fmla="*/ 4471569 h 4650769"/>
              <a:gd name="connsiteX95" fmla="*/ 2143849 w 10052180"/>
              <a:gd name="connsiteY95" fmla="*/ 4458678 h 4650769"/>
              <a:gd name="connsiteX96" fmla="*/ 2054460 w 10052180"/>
              <a:gd name="connsiteY96" fmla="*/ 4444435 h 4650769"/>
              <a:gd name="connsiteX97" fmla="*/ 1875690 w 10052180"/>
              <a:gd name="connsiteY97" fmla="*/ 4462877 h 4650769"/>
              <a:gd name="connsiteX98" fmla="*/ 1829588 w 10052180"/>
              <a:gd name="connsiteY98" fmla="*/ 4463680 h 4650769"/>
              <a:gd name="connsiteX99" fmla="*/ 1729685 w 10052180"/>
              <a:gd name="connsiteY99" fmla="*/ 4483196 h 4650769"/>
              <a:gd name="connsiteX100" fmla="*/ 1672107 w 10052180"/>
              <a:gd name="connsiteY100" fmla="*/ 4487209 h 4650769"/>
              <a:gd name="connsiteX101" fmla="*/ 1514794 w 10052180"/>
              <a:gd name="connsiteY101" fmla="*/ 4506035 h 4650769"/>
              <a:gd name="connsiteX102" fmla="*/ 1375355 w 10052180"/>
              <a:gd name="connsiteY102" fmla="*/ 4535286 h 4650769"/>
              <a:gd name="connsiteX103" fmla="*/ 1281723 w 10052180"/>
              <a:gd name="connsiteY103" fmla="*/ 4557767 h 4650769"/>
              <a:gd name="connsiteX104" fmla="*/ 1152251 w 10052180"/>
              <a:gd name="connsiteY104" fmla="*/ 4596280 h 4650769"/>
              <a:gd name="connsiteX105" fmla="*/ 1112386 w 10052180"/>
              <a:gd name="connsiteY105" fmla="*/ 4603999 h 4650769"/>
              <a:gd name="connsiteX106" fmla="*/ 1055042 w 10052180"/>
              <a:gd name="connsiteY106" fmla="*/ 4590297 h 4650769"/>
              <a:gd name="connsiteX107" fmla="*/ 961705 w 10052180"/>
              <a:gd name="connsiteY107" fmla="*/ 4577719 h 4650769"/>
              <a:gd name="connsiteX108" fmla="*/ 875879 w 10052180"/>
              <a:gd name="connsiteY108" fmla="*/ 4564303 h 4650769"/>
              <a:gd name="connsiteX109" fmla="*/ 771366 w 10052180"/>
              <a:gd name="connsiteY109" fmla="*/ 4567383 h 4650769"/>
              <a:gd name="connsiteX110" fmla="*/ 676592 w 10052180"/>
              <a:gd name="connsiteY110" fmla="*/ 4560117 h 4650769"/>
              <a:gd name="connsiteX111" fmla="*/ 558512 w 10052180"/>
              <a:gd name="connsiteY111" fmla="*/ 4558530 h 4650769"/>
              <a:gd name="connsiteX112" fmla="*/ 362079 w 10052180"/>
              <a:gd name="connsiteY112" fmla="*/ 4545572 h 4650769"/>
              <a:gd name="connsiteX113" fmla="*/ 309653 w 10052180"/>
              <a:gd name="connsiteY113" fmla="*/ 4537476 h 4650769"/>
              <a:gd name="connsiteX114" fmla="*/ 174742 w 10052180"/>
              <a:gd name="connsiteY114" fmla="*/ 4492281 h 4650769"/>
              <a:gd name="connsiteX115" fmla="*/ 107390 w 10052180"/>
              <a:gd name="connsiteY115" fmla="*/ 4476433 h 4650769"/>
              <a:gd name="connsiteX116" fmla="*/ 2537 w 10052180"/>
              <a:gd name="connsiteY116" fmla="*/ 4465393 h 4650769"/>
              <a:gd name="connsiteX117" fmla="*/ 0 w 10052180"/>
              <a:gd name="connsiteY117" fmla="*/ 4463105 h 465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0052180" h="4650769">
                <a:moveTo>
                  <a:pt x="0" y="0"/>
                </a:moveTo>
                <a:lnTo>
                  <a:pt x="10052180" y="0"/>
                </a:lnTo>
                <a:lnTo>
                  <a:pt x="10052180" y="4571218"/>
                </a:lnTo>
                <a:lnTo>
                  <a:pt x="10050702" y="4571562"/>
                </a:lnTo>
                <a:cubicBezTo>
                  <a:pt x="10033695" y="4573943"/>
                  <a:pt x="10017259" y="4574375"/>
                  <a:pt x="10001878" y="4572066"/>
                </a:cubicBezTo>
                <a:cubicBezTo>
                  <a:pt x="9987347" y="4562370"/>
                  <a:pt x="9978539" y="4560848"/>
                  <a:pt x="9969638" y="4575824"/>
                </a:cubicBezTo>
                <a:cubicBezTo>
                  <a:pt x="9931111" y="4571506"/>
                  <a:pt x="9885705" y="4604598"/>
                  <a:pt x="9864299" y="4580290"/>
                </a:cubicBezTo>
                <a:cubicBezTo>
                  <a:pt x="9860644" y="4614890"/>
                  <a:pt x="9811449" y="4560843"/>
                  <a:pt x="9796089" y="4591897"/>
                </a:cubicBezTo>
                <a:cubicBezTo>
                  <a:pt x="9744340" y="4604414"/>
                  <a:pt x="9702353" y="4613016"/>
                  <a:pt x="9658617" y="4628572"/>
                </a:cubicBezTo>
                <a:cubicBezTo>
                  <a:pt x="9625107" y="4639733"/>
                  <a:pt x="9621223" y="4635658"/>
                  <a:pt x="9605787" y="4633374"/>
                </a:cubicBezTo>
                <a:cubicBezTo>
                  <a:pt x="9564172" y="4634284"/>
                  <a:pt x="9459602" y="4639135"/>
                  <a:pt x="9408928" y="4634030"/>
                </a:cubicBezTo>
                <a:cubicBezTo>
                  <a:pt x="9373936" y="4630911"/>
                  <a:pt x="9320962" y="4677031"/>
                  <a:pt x="9290980" y="4628234"/>
                </a:cubicBezTo>
                <a:cubicBezTo>
                  <a:pt x="9269062" y="4638218"/>
                  <a:pt x="9223761" y="4630232"/>
                  <a:pt x="9195937" y="4629562"/>
                </a:cubicBezTo>
                <a:cubicBezTo>
                  <a:pt x="9143088" y="4610116"/>
                  <a:pt x="9133223" y="4633821"/>
                  <a:pt x="9091821" y="4619955"/>
                </a:cubicBezTo>
                <a:cubicBezTo>
                  <a:pt x="9032935" y="4627891"/>
                  <a:pt x="9027183" y="4624471"/>
                  <a:pt x="9005324" y="4627981"/>
                </a:cubicBezTo>
                <a:cubicBezTo>
                  <a:pt x="8967164" y="4640966"/>
                  <a:pt x="8953005" y="4638659"/>
                  <a:pt x="8911383" y="4634700"/>
                </a:cubicBezTo>
                <a:cubicBezTo>
                  <a:pt x="8910140" y="4622209"/>
                  <a:pt x="8861731" y="4642891"/>
                  <a:pt x="8853295" y="4644792"/>
                </a:cubicBezTo>
                <a:cubicBezTo>
                  <a:pt x="8855383" y="4637166"/>
                  <a:pt x="8821677" y="4629387"/>
                  <a:pt x="8813991" y="4634596"/>
                </a:cubicBezTo>
                <a:cubicBezTo>
                  <a:pt x="8714011" y="4640974"/>
                  <a:pt x="8735462" y="4587278"/>
                  <a:pt x="8687179" y="4588065"/>
                </a:cubicBezTo>
                <a:cubicBezTo>
                  <a:pt x="8647941" y="4587885"/>
                  <a:pt x="8644846" y="4590573"/>
                  <a:pt x="8623955" y="4578046"/>
                </a:cubicBezTo>
                <a:lnTo>
                  <a:pt x="8622786" y="4577305"/>
                </a:lnTo>
                <a:lnTo>
                  <a:pt x="8600904" y="4582918"/>
                </a:lnTo>
                <a:cubicBezTo>
                  <a:pt x="8551179" y="4589770"/>
                  <a:pt x="8503007" y="4582778"/>
                  <a:pt x="8433071" y="4606234"/>
                </a:cubicBezTo>
                <a:cubicBezTo>
                  <a:pt x="8391517" y="4597543"/>
                  <a:pt x="8356812" y="4603351"/>
                  <a:pt x="8318071" y="4586590"/>
                </a:cubicBezTo>
                <a:cubicBezTo>
                  <a:pt x="8301780" y="4574528"/>
                  <a:pt x="8258966" y="4594748"/>
                  <a:pt x="8242424" y="4566486"/>
                </a:cubicBezTo>
                <a:cubicBezTo>
                  <a:pt x="8237603" y="4584126"/>
                  <a:pt x="8200783" y="4561583"/>
                  <a:pt x="8193517" y="4551756"/>
                </a:cubicBezTo>
                <a:cubicBezTo>
                  <a:pt x="8181915" y="4557821"/>
                  <a:pt x="8167403" y="4540618"/>
                  <a:pt x="8156253" y="4539485"/>
                </a:cubicBezTo>
                <a:cubicBezTo>
                  <a:pt x="8141597" y="4496572"/>
                  <a:pt x="8127998" y="4557617"/>
                  <a:pt x="8105237" y="4530754"/>
                </a:cubicBezTo>
                <a:cubicBezTo>
                  <a:pt x="8091039" y="4542025"/>
                  <a:pt x="8045973" y="4563365"/>
                  <a:pt x="8012182" y="4569955"/>
                </a:cubicBezTo>
                <a:cubicBezTo>
                  <a:pt x="7945237" y="4585532"/>
                  <a:pt x="7935255" y="4616038"/>
                  <a:pt x="7873023" y="4594395"/>
                </a:cubicBezTo>
                <a:cubicBezTo>
                  <a:pt x="7859384" y="4618199"/>
                  <a:pt x="7761094" y="4535441"/>
                  <a:pt x="7766598" y="4583182"/>
                </a:cubicBezTo>
                <a:cubicBezTo>
                  <a:pt x="7745587" y="4577284"/>
                  <a:pt x="7733182" y="4556528"/>
                  <a:pt x="7739745" y="4588115"/>
                </a:cubicBezTo>
                <a:lnTo>
                  <a:pt x="7616434" y="4564808"/>
                </a:lnTo>
                <a:cubicBezTo>
                  <a:pt x="7546376" y="4561257"/>
                  <a:pt x="7499612" y="4575632"/>
                  <a:pt x="7431215" y="4552516"/>
                </a:cubicBezTo>
                <a:cubicBezTo>
                  <a:pt x="7362500" y="4539342"/>
                  <a:pt x="7331229" y="4514002"/>
                  <a:pt x="7237422" y="4498285"/>
                </a:cubicBezTo>
                <a:cubicBezTo>
                  <a:pt x="7171877" y="4484375"/>
                  <a:pt x="7080174" y="4453116"/>
                  <a:pt x="7011658" y="4451218"/>
                </a:cubicBezTo>
                <a:cubicBezTo>
                  <a:pt x="6935893" y="4414558"/>
                  <a:pt x="6950516" y="4446303"/>
                  <a:pt x="6867111" y="4419048"/>
                </a:cubicBezTo>
                <a:cubicBezTo>
                  <a:pt x="6820640" y="4462144"/>
                  <a:pt x="6759791" y="4426229"/>
                  <a:pt x="6712288" y="4430721"/>
                </a:cubicBezTo>
                <a:cubicBezTo>
                  <a:pt x="6658294" y="4432523"/>
                  <a:pt x="6596353" y="4433885"/>
                  <a:pt x="6543149" y="4429858"/>
                </a:cubicBezTo>
                <a:cubicBezTo>
                  <a:pt x="6505785" y="4400413"/>
                  <a:pt x="6438998" y="4445436"/>
                  <a:pt x="6393064" y="4406561"/>
                </a:cubicBezTo>
                <a:cubicBezTo>
                  <a:pt x="6375470" y="4396073"/>
                  <a:pt x="6316748" y="4386920"/>
                  <a:pt x="6303049" y="4399385"/>
                </a:cubicBezTo>
                <a:cubicBezTo>
                  <a:pt x="6290271" y="4400402"/>
                  <a:pt x="6276955" y="4392864"/>
                  <a:pt x="6268511" y="4407283"/>
                </a:cubicBezTo>
                <a:cubicBezTo>
                  <a:pt x="6255819" y="4424201"/>
                  <a:pt x="6218422" y="4388280"/>
                  <a:pt x="6220512" y="4411171"/>
                </a:cubicBezTo>
                <a:cubicBezTo>
                  <a:pt x="6193829" y="4386375"/>
                  <a:pt x="6162713" y="4421037"/>
                  <a:pt x="6135538" y="4426253"/>
                </a:cubicBezTo>
                <a:cubicBezTo>
                  <a:pt x="6115250" y="4402715"/>
                  <a:pt x="6087532" y="4424859"/>
                  <a:pt x="6031127" y="4420204"/>
                </a:cubicBezTo>
                <a:cubicBezTo>
                  <a:pt x="6014546" y="4399963"/>
                  <a:pt x="5996210" y="4415252"/>
                  <a:pt x="5969808" y="4408049"/>
                </a:cubicBezTo>
                <a:lnTo>
                  <a:pt x="5944950" y="4393767"/>
                </a:lnTo>
                <a:lnTo>
                  <a:pt x="5509282" y="4393767"/>
                </a:lnTo>
                <a:lnTo>
                  <a:pt x="5488183" y="4398554"/>
                </a:lnTo>
                <a:lnTo>
                  <a:pt x="5481447" y="4395975"/>
                </a:lnTo>
                <a:lnTo>
                  <a:pt x="5473864" y="4393767"/>
                </a:lnTo>
                <a:lnTo>
                  <a:pt x="5441368" y="4393767"/>
                </a:lnTo>
                <a:lnTo>
                  <a:pt x="5427734" y="4401537"/>
                </a:lnTo>
                <a:cubicBezTo>
                  <a:pt x="5424659" y="4397308"/>
                  <a:pt x="5420116" y="4394509"/>
                  <a:pt x="5412372" y="4394628"/>
                </a:cubicBezTo>
                <a:lnTo>
                  <a:pt x="5412559" y="4393767"/>
                </a:lnTo>
                <a:lnTo>
                  <a:pt x="5182205" y="4393767"/>
                </a:lnTo>
                <a:lnTo>
                  <a:pt x="5167180" y="4401547"/>
                </a:lnTo>
                <a:cubicBezTo>
                  <a:pt x="5145322" y="4388995"/>
                  <a:pt x="5130136" y="4396666"/>
                  <a:pt x="5116191" y="4410857"/>
                </a:cubicBezTo>
                <a:cubicBezTo>
                  <a:pt x="5069121" y="4410132"/>
                  <a:pt x="5029330" y="4432817"/>
                  <a:pt x="4978049" y="4444099"/>
                </a:cubicBezTo>
                <a:cubicBezTo>
                  <a:pt x="4921746" y="4464946"/>
                  <a:pt x="4952787" y="4460274"/>
                  <a:pt x="4918199" y="4475969"/>
                </a:cubicBezTo>
                <a:lnTo>
                  <a:pt x="4819404" y="4498170"/>
                </a:lnTo>
                <a:lnTo>
                  <a:pt x="4748850" y="4510039"/>
                </a:lnTo>
                <a:lnTo>
                  <a:pt x="4728909" y="4533669"/>
                </a:lnTo>
                <a:lnTo>
                  <a:pt x="4728624" y="4534109"/>
                </a:lnTo>
                <a:lnTo>
                  <a:pt x="4685733" y="4537269"/>
                </a:lnTo>
                <a:cubicBezTo>
                  <a:pt x="4662932" y="4542040"/>
                  <a:pt x="4617689" y="4556675"/>
                  <a:pt x="4591811" y="4562739"/>
                </a:cubicBezTo>
                <a:cubicBezTo>
                  <a:pt x="4568298" y="4558219"/>
                  <a:pt x="4553786" y="4538337"/>
                  <a:pt x="4562217" y="4569392"/>
                </a:cubicBezTo>
                <a:cubicBezTo>
                  <a:pt x="4554496" y="4568788"/>
                  <a:pt x="4549787" y="4571298"/>
                  <a:pt x="4546453" y="4575327"/>
                </a:cubicBezTo>
                <a:lnTo>
                  <a:pt x="4522757" y="4559783"/>
                </a:lnTo>
                <a:lnTo>
                  <a:pt x="4493193" y="4566418"/>
                </a:lnTo>
                <a:lnTo>
                  <a:pt x="4486309" y="4568571"/>
                </a:lnTo>
                <a:lnTo>
                  <a:pt x="4434522" y="4553363"/>
                </a:lnTo>
                <a:lnTo>
                  <a:pt x="4429460" y="4547302"/>
                </a:lnTo>
                <a:cubicBezTo>
                  <a:pt x="4424037" y="4543565"/>
                  <a:pt x="4416331" y="4541821"/>
                  <a:pt x="4403505" y="4544604"/>
                </a:cubicBezTo>
                <a:lnTo>
                  <a:pt x="4400557" y="4546201"/>
                </a:lnTo>
                <a:lnTo>
                  <a:pt x="4379030" y="4536886"/>
                </a:lnTo>
                <a:cubicBezTo>
                  <a:pt x="4372078" y="4532654"/>
                  <a:pt x="4297808" y="4527155"/>
                  <a:pt x="4292758" y="4520332"/>
                </a:cubicBezTo>
                <a:cubicBezTo>
                  <a:pt x="4211493" y="4536974"/>
                  <a:pt x="4205812" y="4507045"/>
                  <a:pt x="4126934" y="4511325"/>
                </a:cubicBezTo>
                <a:cubicBezTo>
                  <a:pt x="4058483" y="4465563"/>
                  <a:pt x="4015465" y="4493211"/>
                  <a:pt x="3954199" y="4486409"/>
                </a:cubicBezTo>
                <a:cubicBezTo>
                  <a:pt x="3895850" y="4481584"/>
                  <a:pt x="3868881" y="4496263"/>
                  <a:pt x="3790501" y="4495445"/>
                </a:cubicBezTo>
                <a:cubicBezTo>
                  <a:pt x="3707431" y="4485284"/>
                  <a:pt x="3586435" y="4490248"/>
                  <a:pt x="3492963" y="4468480"/>
                </a:cubicBezTo>
                <a:cubicBezTo>
                  <a:pt x="3419549" y="4461359"/>
                  <a:pt x="3419311" y="4466480"/>
                  <a:pt x="3390904" y="4465867"/>
                </a:cubicBezTo>
                <a:cubicBezTo>
                  <a:pt x="3381467" y="4468795"/>
                  <a:pt x="3331557" y="4460030"/>
                  <a:pt x="3322528" y="4464799"/>
                </a:cubicBezTo>
                <a:lnTo>
                  <a:pt x="3317795" y="4467272"/>
                </a:lnTo>
                <a:lnTo>
                  <a:pt x="3298702" y="4468689"/>
                </a:lnTo>
                <a:lnTo>
                  <a:pt x="3293503" y="4479690"/>
                </a:lnTo>
                <a:lnTo>
                  <a:pt x="3229705" y="4489069"/>
                </a:lnTo>
                <a:cubicBezTo>
                  <a:pt x="3187202" y="4462144"/>
                  <a:pt x="3151062" y="4494035"/>
                  <a:pt x="3076109" y="4492987"/>
                </a:cubicBezTo>
                <a:cubicBezTo>
                  <a:pt x="3056222" y="4483674"/>
                  <a:pt x="2977114" y="4460921"/>
                  <a:pt x="2962379" y="4474229"/>
                </a:cubicBezTo>
                <a:cubicBezTo>
                  <a:pt x="2948249" y="4476071"/>
                  <a:pt x="2933210" y="4469418"/>
                  <a:pt x="2924375" y="4484334"/>
                </a:cubicBezTo>
                <a:cubicBezTo>
                  <a:pt x="2910921" y="4502015"/>
                  <a:pt x="2868144" y="4468636"/>
                  <a:pt x="2871297" y="4491313"/>
                </a:cubicBezTo>
                <a:cubicBezTo>
                  <a:pt x="2834012" y="4491430"/>
                  <a:pt x="2752532" y="4485335"/>
                  <a:pt x="2700663" y="4485036"/>
                </a:cubicBezTo>
                <a:cubicBezTo>
                  <a:pt x="2675164" y="4459571"/>
                  <a:pt x="2600340" y="4494322"/>
                  <a:pt x="2560084" y="4489523"/>
                </a:cubicBezTo>
                <a:cubicBezTo>
                  <a:pt x="2524760" y="4491171"/>
                  <a:pt x="2521424" y="4504416"/>
                  <a:pt x="2479658" y="4499250"/>
                </a:cubicBezTo>
                <a:cubicBezTo>
                  <a:pt x="2405210" y="4494755"/>
                  <a:pt x="2378207" y="4484444"/>
                  <a:pt x="2309526" y="4471569"/>
                </a:cubicBezTo>
                <a:cubicBezTo>
                  <a:pt x="2231692" y="4461873"/>
                  <a:pt x="2230867" y="4475023"/>
                  <a:pt x="2143849" y="4458678"/>
                </a:cubicBezTo>
                <a:cubicBezTo>
                  <a:pt x="2123776" y="4453795"/>
                  <a:pt x="2075082" y="4453878"/>
                  <a:pt x="2054460" y="4444435"/>
                </a:cubicBezTo>
                <a:cubicBezTo>
                  <a:pt x="2025665" y="4449526"/>
                  <a:pt x="1907402" y="4455434"/>
                  <a:pt x="1875690" y="4462877"/>
                </a:cubicBezTo>
                <a:cubicBezTo>
                  <a:pt x="1830650" y="4467513"/>
                  <a:pt x="1869806" y="4459610"/>
                  <a:pt x="1829588" y="4463680"/>
                </a:cubicBezTo>
                <a:cubicBezTo>
                  <a:pt x="1791050" y="4448543"/>
                  <a:pt x="1782985" y="4472982"/>
                  <a:pt x="1729685" y="4483196"/>
                </a:cubicBezTo>
                <a:cubicBezTo>
                  <a:pt x="1707743" y="4468503"/>
                  <a:pt x="1689784" y="4474556"/>
                  <a:pt x="1672107" y="4487209"/>
                </a:cubicBezTo>
                <a:cubicBezTo>
                  <a:pt x="1620500" y="4481667"/>
                  <a:pt x="1573015" y="4500097"/>
                  <a:pt x="1514794" y="4506035"/>
                </a:cubicBezTo>
                <a:cubicBezTo>
                  <a:pt x="1452269" y="4488005"/>
                  <a:pt x="1437575" y="4529096"/>
                  <a:pt x="1375355" y="4535286"/>
                </a:cubicBezTo>
                <a:cubicBezTo>
                  <a:pt x="1321736" y="4564899"/>
                  <a:pt x="1333953" y="4560797"/>
                  <a:pt x="1281723" y="4557767"/>
                </a:cubicBezTo>
                <a:cubicBezTo>
                  <a:pt x="1233584" y="4553963"/>
                  <a:pt x="1251636" y="4608894"/>
                  <a:pt x="1152251" y="4596280"/>
                </a:cubicBezTo>
                <a:cubicBezTo>
                  <a:pt x="1144905" y="4590601"/>
                  <a:pt x="1110779" y="4596258"/>
                  <a:pt x="1112386" y="4603999"/>
                </a:cubicBezTo>
                <a:cubicBezTo>
                  <a:pt x="1104086" y="4601575"/>
                  <a:pt x="1057064" y="4577908"/>
                  <a:pt x="1055042" y="4590297"/>
                </a:cubicBezTo>
                <a:cubicBezTo>
                  <a:pt x="1013255" y="4591647"/>
                  <a:pt x="998979" y="4593064"/>
                  <a:pt x="961705" y="4577719"/>
                </a:cubicBezTo>
                <a:cubicBezTo>
                  <a:pt x="940108" y="4572850"/>
                  <a:pt x="934154" y="4575904"/>
                  <a:pt x="875879" y="4564303"/>
                </a:cubicBezTo>
                <a:cubicBezTo>
                  <a:pt x="833691" y="4575554"/>
                  <a:pt x="825327" y="4551279"/>
                  <a:pt x="771366" y="4567383"/>
                </a:cubicBezTo>
                <a:cubicBezTo>
                  <a:pt x="743555" y="4566313"/>
                  <a:pt x="697843" y="4571452"/>
                  <a:pt x="676592" y="4560117"/>
                </a:cubicBezTo>
                <a:cubicBezTo>
                  <a:pt x="643619" y="4606945"/>
                  <a:pt x="593631" y="4557605"/>
                  <a:pt x="558512" y="4558530"/>
                </a:cubicBezTo>
                <a:cubicBezTo>
                  <a:pt x="507618" y="4560458"/>
                  <a:pt x="403556" y="4549081"/>
                  <a:pt x="362079" y="4545572"/>
                </a:cubicBezTo>
                <a:cubicBezTo>
                  <a:pt x="346531" y="4546886"/>
                  <a:pt x="342400" y="4550710"/>
                  <a:pt x="309653" y="4537476"/>
                </a:cubicBezTo>
                <a:cubicBezTo>
                  <a:pt x="266974" y="4519218"/>
                  <a:pt x="225607" y="4508008"/>
                  <a:pt x="174742" y="4492281"/>
                </a:cubicBezTo>
                <a:cubicBezTo>
                  <a:pt x="161353" y="4460328"/>
                  <a:pt x="108876" y="4511194"/>
                  <a:pt x="107390" y="4476433"/>
                </a:cubicBezTo>
                <a:cubicBezTo>
                  <a:pt x="84507" y="4499356"/>
                  <a:pt x="41258" y="4463491"/>
                  <a:pt x="2537" y="4465393"/>
                </a:cubicBezTo>
                <a:lnTo>
                  <a:pt x="0" y="446310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CE2C2-41EF-190C-B72E-FDC88A8CF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2376" y="1729408"/>
            <a:ext cx="7127248" cy="2105613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tx1">
                    <a:lumMod val="85000"/>
                    <a:lumOff val="15000"/>
                  </a:schemeClr>
                </a:solidFill>
              </a:rPr>
              <a:t>GPA1-B</a:t>
            </a:r>
            <a:br>
              <a:rPr lang="en-US" sz="4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4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B524A-67B5-DC63-DF91-08D7BAEBE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1456" y="4195065"/>
            <a:ext cx="5549088" cy="1125469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1">
                    <a:lumMod val="85000"/>
                    <a:lumOff val="15000"/>
                  </a:schemeClr>
                </a:solidFill>
              </a:rPr>
              <a:t>01/19/2026</a:t>
            </a:r>
            <a:br>
              <a:rPr lang="en-US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>
                <a:solidFill>
                  <a:schemeClr val="tx1">
                    <a:lumMod val="85000"/>
                    <a:lumOff val="15000"/>
                  </a:schemeClr>
                </a:solidFill>
              </a:rPr>
              <a:t>Chatoya Wells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5353D259-DA18-451D-9A95-02198BF55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546282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41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811073-89F5-46D6-83D8-BA7644649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3442855"/>
          </a:xfrm>
          <a:custGeom>
            <a:avLst/>
            <a:gdLst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325930 w 12192000"/>
              <a:gd name="connsiteY44" fmla="*/ 3149646 h 3442855"/>
              <a:gd name="connsiteX45" fmla="*/ 2304043 w 12192000"/>
              <a:gd name="connsiteY45" fmla="*/ 3152858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325930 w 12192000"/>
              <a:gd name="connsiteY44" fmla="*/ 3149646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763355 w 12192000"/>
              <a:gd name="connsiteY53" fmla="*/ 3224928 h 3442855"/>
              <a:gd name="connsiteX54" fmla="*/ 1654444 w 12192000"/>
              <a:gd name="connsiteY54" fmla="*/ 3229661 h 3442855"/>
              <a:gd name="connsiteX55" fmla="*/ 1629483 w 12192000"/>
              <a:gd name="connsiteY55" fmla="*/ 3232675 h 3442855"/>
              <a:gd name="connsiteX56" fmla="*/ 1573012 w 12192000"/>
              <a:gd name="connsiteY56" fmla="*/ 3250275 h 3442855"/>
              <a:gd name="connsiteX57" fmla="*/ 1525936 w 12192000"/>
              <a:gd name="connsiteY57" fmla="*/ 3243056 h 3442855"/>
              <a:gd name="connsiteX58" fmla="*/ 1515932 w 12192000"/>
              <a:gd name="connsiteY58" fmla="*/ 3243699 h 3442855"/>
              <a:gd name="connsiteX59" fmla="*/ 1418247 w 12192000"/>
              <a:gd name="connsiteY59" fmla="*/ 3236042 h 3442855"/>
              <a:gd name="connsiteX60" fmla="*/ 1311781 w 12192000"/>
              <a:gd name="connsiteY60" fmla="*/ 3207733 h 3442855"/>
              <a:gd name="connsiteX61" fmla="*/ 1287526 w 12192000"/>
              <a:gd name="connsiteY61" fmla="*/ 3195564 h 3442855"/>
              <a:gd name="connsiteX62" fmla="*/ 1275912 w 12192000"/>
              <a:gd name="connsiteY62" fmla="*/ 3202348 h 3442855"/>
              <a:gd name="connsiteX63" fmla="*/ 1160923 w 12192000"/>
              <a:gd name="connsiteY63" fmla="*/ 3219676 h 3442855"/>
              <a:gd name="connsiteX64" fmla="*/ 909690 w 12192000"/>
              <a:gd name="connsiteY64" fmla="*/ 3216919 h 3442855"/>
              <a:gd name="connsiteX65" fmla="*/ 764020 w 12192000"/>
              <a:gd name="connsiteY65" fmla="*/ 3235844 h 3442855"/>
              <a:gd name="connsiteX66" fmla="*/ 701915 w 12192000"/>
              <a:gd name="connsiteY66" fmla="*/ 3250223 h 3442855"/>
              <a:gd name="connsiteX67" fmla="*/ 463292 w 12192000"/>
              <a:gd name="connsiteY67" fmla="*/ 3316636 h 3442855"/>
              <a:gd name="connsiteX68" fmla="*/ 369865 w 12192000"/>
              <a:gd name="connsiteY68" fmla="*/ 3339094 h 3442855"/>
              <a:gd name="connsiteX69" fmla="*/ 318911 w 12192000"/>
              <a:gd name="connsiteY69" fmla="*/ 3367912 h 3442855"/>
              <a:gd name="connsiteX70" fmla="*/ 119548 w 12192000"/>
              <a:gd name="connsiteY70" fmla="*/ 3404651 h 3442855"/>
              <a:gd name="connsiteX71" fmla="*/ 0 w 12192000"/>
              <a:gd name="connsiteY71" fmla="*/ 3414000 h 3442855"/>
              <a:gd name="connsiteX72" fmla="*/ 0 w 12192000"/>
              <a:gd name="connsiteY72" fmla="*/ 2 h 3442855"/>
              <a:gd name="connsiteX73" fmla="*/ 3459904 w 12192000"/>
              <a:gd name="connsiteY73" fmla="*/ 1 h 3442855"/>
              <a:gd name="connsiteX74" fmla="*/ 3459907 w 12192000"/>
              <a:gd name="connsiteY74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763355 w 12192000"/>
              <a:gd name="connsiteY52" fmla="*/ 3224928 h 3442855"/>
              <a:gd name="connsiteX53" fmla="*/ 1654444 w 12192000"/>
              <a:gd name="connsiteY53" fmla="*/ 3229661 h 3442855"/>
              <a:gd name="connsiteX54" fmla="*/ 1629483 w 12192000"/>
              <a:gd name="connsiteY54" fmla="*/ 3232675 h 3442855"/>
              <a:gd name="connsiteX55" fmla="*/ 1573012 w 12192000"/>
              <a:gd name="connsiteY55" fmla="*/ 3250275 h 3442855"/>
              <a:gd name="connsiteX56" fmla="*/ 1525936 w 12192000"/>
              <a:gd name="connsiteY56" fmla="*/ 3243056 h 3442855"/>
              <a:gd name="connsiteX57" fmla="*/ 1515932 w 12192000"/>
              <a:gd name="connsiteY57" fmla="*/ 3243699 h 3442855"/>
              <a:gd name="connsiteX58" fmla="*/ 1418247 w 12192000"/>
              <a:gd name="connsiteY58" fmla="*/ 3236042 h 3442855"/>
              <a:gd name="connsiteX59" fmla="*/ 1311781 w 12192000"/>
              <a:gd name="connsiteY59" fmla="*/ 3207733 h 3442855"/>
              <a:gd name="connsiteX60" fmla="*/ 1287526 w 12192000"/>
              <a:gd name="connsiteY60" fmla="*/ 3195564 h 3442855"/>
              <a:gd name="connsiteX61" fmla="*/ 1275912 w 12192000"/>
              <a:gd name="connsiteY61" fmla="*/ 3202348 h 3442855"/>
              <a:gd name="connsiteX62" fmla="*/ 1160923 w 12192000"/>
              <a:gd name="connsiteY62" fmla="*/ 3219676 h 3442855"/>
              <a:gd name="connsiteX63" fmla="*/ 909690 w 12192000"/>
              <a:gd name="connsiteY63" fmla="*/ 3216919 h 3442855"/>
              <a:gd name="connsiteX64" fmla="*/ 764020 w 12192000"/>
              <a:gd name="connsiteY64" fmla="*/ 3235844 h 3442855"/>
              <a:gd name="connsiteX65" fmla="*/ 701915 w 12192000"/>
              <a:gd name="connsiteY65" fmla="*/ 3250223 h 3442855"/>
              <a:gd name="connsiteX66" fmla="*/ 463292 w 12192000"/>
              <a:gd name="connsiteY66" fmla="*/ 3316636 h 3442855"/>
              <a:gd name="connsiteX67" fmla="*/ 369865 w 12192000"/>
              <a:gd name="connsiteY67" fmla="*/ 3339094 h 3442855"/>
              <a:gd name="connsiteX68" fmla="*/ 318911 w 12192000"/>
              <a:gd name="connsiteY68" fmla="*/ 3367912 h 3442855"/>
              <a:gd name="connsiteX69" fmla="*/ 119548 w 12192000"/>
              <a:gd name="connsiteY69" fmla="*/ 3404651 h 3442855"/>
              <a:gd name="connsiteX70" fmla="*/ 0 w 12192000"/>
              <a:gd name="connsiteY70" fmla="*/ 3414000 h 3442855"/>
              <a:gd name="connsiteX71" fmla="*/ 0 w 12192000"/>
              <a:gd name="connsiteY71" fmla="*/ 2 h 3442855"/>
              <a:gd name="connsiteX72" fmla="*/ 3459904 w 12192000"/>
              <a:gd name="connsiteY72" fmla="*/ 1 h 3442855"/>
              <a:gd name="connsiteX73" fmla="*/ 3459907 w 12192000"/>
              <a:gd name="connsiteY73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763355 w 12192000"/>
              <a:gd name="connsiteY52" fmla="*/ 3224928 h 3442855"/>
              <a:gd name="connsiteX53" fmla="*/ 1654444 w 12192000"/>
              <a:gd name="connsiteY53" fmla="*/ 3229661 h 3442855"/>
              <a:gd name="connsiteX54" fmla="*/ 1629483 w 12192000"/>
              <a:gd name="connsiteY54" fmla="*/ 3232675 h 3442855"/>
              <a:gd name="connsiteX55" fmla="*/ 1573012 w 12192000"/>
              <a:gd name="connsiteY55" fmla="*/ 3250275 h 3442855"/>
              <a:gd name="connsiteX56" fmla="*/ 1525936 w 12192000"/>
              <a:gd name="connsiteY56" fmla="*/ 3243056 h 3442855"/>
              <a:gd name="connsiteX57" fmla="*/ 1515932 w 12192000"/>
              <a:gd name="connsiteY57" fmla="*/ 3243699 h 3442855"/>
              <a:gd name="connsiteX58" fmla="*/ 1418247 w 12192000"/>
              <a:gd name="connsiteY58" fmla="*/ 3236042 h 3442855"/>
              <a:gd name="connsiteX59" fmla="*/ 1311781 w 12192000"/>
              <a:gd name="connsiteY59" fmla="*/ 3207733 h 3442855"/>
              <a:gd name="connsiteX60" fmla="*/ 1287526 w 12192000"/>
              <a:gd name="connsiteY60" fmla="*/ 3195564 h 3442855"/>
              <a:gd name="connsiteX61" fmla="*/ 1275912 w 12192000"/>
              <a:gd name="connsiteY61" fmla="*/ 3202348 h 3442855"/>
              <a:gd name="connsiteX62" fmla="*/ 1160923 w 12192000"/>
              <a:gd name="connsiteY62" fmla="*/ 3219676 h 3442855"/>
              <a:gd name="connsiteX63" fmla="*/ 909690 w 12192000"/>
              <a:gd name="connsiteY63" fmla="*/ 3216919 h 3442855"/>
              <a:gd name="connsiteX64" fmla="*/ 764020 w 12192000"/>
              <a:gd name="connsiteY64" fmla="*/ 3235844 h 3442855"/>
              <a:gd name="connsiteX65" fmla="*/ 701915 w 12192000"/>
              <a:gd name="connsiteY65" fmla="*/ 3250223 h 3442855"/>
              <a:gd name="connsiteX66" fmla="*/ 463292 w 12192000"/>
              <a:gd name="connsiteY66" fmla="*/ 3316636 h 3442855"/>
              <a:gd name="connsiteX67" fmla="*/ 369865 w 12192000"/>
              <a:gd name="connsiteY67" fmla="*/ 3339094 h 3442855"/>
              <a:gd name="connsiteX68" fmla="*/ 318911 w 12192000"/>
              <a:gd name="connsiteY68" fmla="*/ 3367912 h 3442855"/>
              <a:gd name="connsiteX69" fmla="*/ 119548 w 12192000"/>
              <a:gd name="connsiteY69" fmla="*/ 3404651 h 3442855"/>
              <a:gd name="connsiteX70" fmla="*/ 0 w 12192000"/>
              <a:gd name="connsiteY70" fmla="*/ 3414000 h 3442855"/>
              <a:gd name="connsiteX71" fmla="*/ 0 w 12192000"/>
              <a:gd name="connsiteY71" fmla="*/ 2 h 3442855"/>
              <a:gd name="connsiteX72" fmla="*/ 3459904 w 12192000"/>
              <a:gd name="connsiteY72" fmla="*/ 1 h 3442855"/>
              <a:gd name="connsiteX73" fmla="*/ 3459907 w 12192000"/>
              <a:gd name="connsiteY73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654444 w 12192000"/>
              <a:gd name="connsiteY52" fmla="*/ 3229661 h 3442855"/>
              <a:gd name="connsiteX53" fmla="*/ 1629483 w 12192000"/>
              <a:gd name="connsiteY53" fmla="*/ 3232675 h 3442855"/>
              <a:gd name="connsiteX54" fmla="*/ 1573012 w 12192000"/>
              <a:gd name="connsiteY54" fmla="*/ 3250275 h 3442855"/>
              <a:gd name="connsiteX55" fmla="*/ 1525936 w 12192000"/>
              <a:gd name="connsiteY55" fmla="*/ 3243056 h 3442855"/>
              <a:gd name="connsiteX56" fmla="*/ 1515932 w 12192000"/>
              <a:gd name="connsiteY56" fmla="*/ 3243699 h 3442855"/>
              <a:gd name="connsiteX57" fmla="*/ 1418247 w 12192000"/>
              <a:gd name="connsiteY57" fmla="*/ 3236042 h 3442855"/>
              <a:gd name="connsiteX58" fmla="*/ 1311781 w 12192000"/>
              <a:gd name="connsiteY58" fmla="*/ 3207733 h 3442855"/>
              <a:gd name="connsiteX59" fmla="*/ 1287526 w 12192000"/>
              <a:gd name="connsiteY59" fmla="*/ 3195564 h 3442855"/>
              <a:gd name="connsiteX60" fmla="*/ 1275912 w 12192000"/>
              <a:gd name="connsiteY60" fmla="*/ 3202348 h 3442855"/>
              <a:gd name="connsiteX61" fmla="*/ 1160923 w 12192000"/>
              <a:gd name="connsiteY61" fmla="*/ 3219676 h 3442855"/>
              <a:gd name="connsiteX62" fmla="*/ 909690 w 12192000"/>
              <a:gd name="connsiteY62" fmla="*/ 3216919 h 3442855"/>
              <a:gd name="connsiteX63" fmla="*/ 764020 w 12192000"/>
              <a:gd name="connsiteY63" fmla="*/ 3235844 h 3442855"/>
              <a:gd name="connsiteX64" fmla="*/ 701915 w 12192000"/>
              <a:gd name="connsiteY64" fmla="*/ 3250223 h 3442855"/>
              <a:gd name="connsiteX65" fmla="*/ 463292 w 12192000"/>
              <a:gd name="connsiteY65" fmla="*/ 3316636 h 3442855"/>
              <a:gd name="connsiteX66" fmla="*/ 369865 w 12192000"/>
              <a:gd name="connsiteY66" fmla="*/ 3339094 h 3442855"/>
              <a:gd name="connsiteX67" fmla="*/ 318911 w 12192000"/>
              <a:gd name="connsiteY67" fmla="*/ 3367912 h 3442855"/>
              <a:gd name="connsiteX68" fmla="*/ 119548 w 12192000"/>
              <a:gd name="connsiteY68" fmla="*/ 3404651 h 3442855"/>
              <a:gd name="connsiteX69" fmla="*/ 0 w 12192000"/>
              <a:gd name="connsiteY69" fmla="*/ 3414000 h 3442855"/>
              <a:gd name="connsiteX70" fmla="*/ 0 w 12192000"/>
              <a:gd name="connsiteY70" fmla="*/ 2 h 3442855"/>
              <a:gd name="connsiteX71" fmla="*/ 3459904 w 12192000"/>
              <a:gd name="connsiteY71" fmla="*/ 1 h 3442855"/>
              <a:gd name="connsiteX72" fmla="*/ 3459907 w 12192000"/>
              <a:gd name="connsiteY72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654444 w 12192000"/>
              <a:gd name="connsiteY52" fmla="*/ 3229661 h 3442855"/>
              <a:gd name="connsiteX53" fmla="*/ 1573012 w 12192000"/>
              <a:gd name="connsiteY53" fmla="*/ 3250275 h 3442855"/>
              <a:gd name="connsiteX54" fmla="*/ 1525936 w 12192000"/>
              <a:gd name="connsiteY54" fmla="*/ 3243056 h 3442855"/>
              <a:gd name="connsiteX55" fmla="*/ 1515932 w 12192000"/>
              <a:gd name="connsiteY55" fmla="*/ 3243699 h 3442855"/>
              <a:gd name="connsiteX56" fmla="*/ 1418247 w 12192000"/>
              <a:gd name="connsiteY56" fmla="*/ 3236042 h 3442855"/>
              <a:gd name="connsiteX57" fmla="*/ 1311781 w 12192000"/>
              <a:gd name="connsiteY57" fmla="*/ 3207733 h 3442855"/>
              <a:gd name="connsiteX58" fmla="*/ 1287526 w 12192000"/>
              <a:gd name="connsiteY58" fmla="*/ 3195564 h 3442855"/>
              <a:gd name="connsiteX59" fmla="*/ 1275912 w 12192000"/>
              <a:gd name="connsiteY59" fmla="*/ 3202348 h 3442855"/>
              <a:gd name="connsiteX60" fmla="*/ 1160923 w 12192000"/>
              <a:gd name="connsiteY60" fmla="*/ 3219676 h 3442855"/>
              <a:gd name="connsiteX61" fmla="*/ 909690 w 12192000"/>
              <a:gd name="connsiteY61" fmla="*/ 3216919 h 3442855"/>
              <a:gd name="connsiteX62" fmla="*/ 764020 w 12192000"/>
              <a:gd name="connsiteY62" fmla="*/ 3235844 h 3442855"/>
              <a:gd name="connsiteX63" fmla="*/ 701915 w 12192000"/>
              <a:gd name="connsiteY63" fmla="*/ 3250223 h 3442855"/>
              <a:gd name="connsiteX64" fmla="*/ 463292 w 12192000"/>
              <a:gd name="connsiteY64" fmla="*/ 3316636 h 3442855"/>
              <a:gd name="connsiteX65" fmla="*/ 369865 w 12192000"/>
              <a:gd name="connsiteY65" fmla="*/ 3339094 h 3442855"/>
              <a:gd name="connsiteX66" fmla="*/ 318911 w 12192000"/>
              <a:gd name="connsiteY66" fmla="*/ 3367912 h 3442855"/>
              <a:gd name="connsiteX67" fmla="*/ 119548 w 12192000"/>
              <a:gd name="connsiteY67" fmla="*/ 3404651 h 3442855"/>
              <a:gd name="connsiteX68" fmla="*/ 0 w 12192000"/>
              <a:gd name="connsiteY68" fmla="*/ 3414000 h 3442855"/>
              <a:gd name="connsiteX69" fmla="*/ 0 w 12192000"/>
              <a:gd name="connsiteY69" fmla="*/ 2 h 3442855"/>
              <a:gd name="connsiteX70" fmla="*/ 3459904 w 12192000"/>
              <a:gd name="connsiteY70" fmla="*/ 1 h 3442855"/>
              <a:gd name="connsiteX71" fmla="*/ 3459907 w 12192000"/>
              <a:gd name="connsiteY71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715859 w 12192000"/>
              <a:gd name="connsiteY52" fmla="*/ 3229661 h 3442855"/>
              <a:gd name="connsiteX53" fmla="*/ 1573012 w 12192000"/>
              <a:gd name="connsiteY53" fmla="*/ 3250275 h 3442855"/>
              <a:gd name="connsiteX54" fmla="*/ 1525936 w 12192000"/>
              <a:gd name="connsiteY54" fmla="*/ 3243056 h 3442855"/>
              <a:gd name="connsiteX55" fmla="*/ 1515932 w 12192000"/>
              <a:gd name="connsiteY55" fmla="*/ 3243699 h 3442855"/>
              <a:gd name="connsiteX56" fmla="*/ 1418247 w 12192000"/>
              <a:gd name="connsiteY56" fmla="*/ 3236042 h 3442855"/>
              <a:gd name="connsiteX57" fmla="*/ 1311781 w 12192000"/>
              <a:gd name="connsiteY57" fmla="*/ 3207733 h 3442855"/>
              <a:gd name="connsiteX58" fmla="*/ 1287526 w 12192000"/>
              <a:gd name="connsiteY58" fmla="*/ 3195564 h 3442855"/>
              <a:gd name="connsiteX59" fmla="*/ 1275912 w 12192000"/>
              <a:gd name="connsiteY59" fmla="*/ 3202348 h 3442855"/>
              <a:gd name="connsiteX60" fmla="*/ 1160923 w 12192000"/>
              <a:gd name="connsiteY60" fmla="*/ 3219676 h 3442855"/>
              <a:gd name="connsiteX61" fmla="*/ 909690 w 12192000"/>
              <a:gd name="connsiteY61" fmla="*/ 3216919 h 3442855"/>
              <a:gd name="connsiteX62" fmla="*/ 764020 w 12192000"/>
              <a:gd name="connsiteY62" fmla="*/ 3235844 h 3442855"/>
              <a:gd name="connsiteX63" fmla="*/ 701915 w 12192000"/>
              <a:gd name="connsiteY63" fmla="*/ 3250223 h 3442855"/>
              <a:gd name="connsiteX64" fmla="*/ 463292 w 12192000"/>
              <a:gd name="connsiteY64" fmla="*/ 3316636 h 3442855"/>
              <a:gd name="connsiteX65" fmla="*/ 369865 w 12192000"/>
              <a:gd name="connsiteY65" fmla="*/ 3339094 h 3442855"/>
              <a:gd name="connsiteX66" fmla="*/ 318911 w 12192000"/>
              <a:gd name="connsiteY66" fmla="*/ 3367912 h 3442855"/>
              <a:gd name="connsiteX67" fmla="*/ 119548 w 12192000"/>
              <a:gd name="connsiteY67" fmla="*/ 3404651 h 3442855"/>
              <a:gd name="connsiteX68" fmla="*/ 0 w 12192000"/>
              <a:gd name="connsiteY68" fmla="*/ 3414000 h 3442855"/>
              <a:gd name="connsiteX69" fmla="*/ 0 w 12192000"/>
              <a:gd name="connsiteY69" fmla="*/ 2 h 3442855"/>
              <a:gd name="connsiteX70" fmla="*/ 3459904 w 12192000"/>
              <a:gd name="connsiteY70" fmla="*/ 1 h 3442855"/>
              <a:gd name="connsiteX71" fmla="*/ 3459907 w 12192000"/>
              <a:gd name="connsiteY71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32874 w 12192000"/>
              <a:gd name="connsiteY33" fmla="*/ 2826106 h 3442855"/>
              <a:gd name="connsiteX34" fmla="*/ 9340481 w 12192000"/>
              <a:gd name="connsiteY34" fmla="*/ 2831628 h 3442855"/>
              <a:gd name="connsiteX35" fmla="*/ 9191002 w 12192000"/>
              <a:gd name="connsiteY35" fmla="*/ 2776544 h 3442855"/>
              <a:gd name="connsiteX36" fmla="*/ 9181756 w 12192000"/>
              <a:gd name="connsiteY36" fmla="*/ 2773801 h 3442855"/>
              <a:gd name="connsiteX37" fmla="*/ 8912415 w 12192000"/>
              <a:gd name="connsiteY37" fmla="*/ 2765023 h 3442855"/>
              <a:gd name="connsiteX38" fmla="*/ 7709716 w 12192000"/>
              <a:gd name="connsiteY38" fmla="*/ 2795956 h 3442855"/>
              <a:gd name="connsiteX39" fmla="*/ 6923164 w 12192000"/>
              <a:gd name="connsiteY39" fmla="*/ 2920980 h 3442855"/>
              <a:gd name="connsiteX40" fmla="*/ 3308915 w 12192000"/>
              <a:gd name="connsiteY40" fmla="*/ 3049912 h 3442855"/>
              <a:gd name="connsiteX41" fmla="*/ 2643050 w 12192000"/>
              <a:gd name="connsiteY41" fmla="*/ 3112559 h 3442855"/>
              <a:gd name="connsiteX42" fmla="*/ 2426006 w 12192000"/>
              <a:gd name="connsiteY42" fmla="*/ 3161942 h 3442855"/>
              <a:gd name="connsiteX43" fmla="*/ 2291811 w 12192000"/>
              <a:gd name="connsiteY43" fmla="*/ 3176941 h 3442855"/>
              <a:gd name="connsiteX44" fmla="*/ 2201685 w 12192000"/>
              <a:gd name="connsiteY44" fmla="*/ 3200625 h 3442855"/>
              <a:gd name="connsiteX45" fmla="*/ 2046141 w 12192000"/>
              <a:gd name="connsiteY45" fmla="*/ 3203263 h 3442855"/>
              <a:gd name="connsiteX46" fmla="*/ 1953987 w 12192000"/>
              <a:gd name="connsiteY46" fmla="*/ 3176250 h 3442855"/>
              <a:gd name="connsiteX47" fmla="*/ 1924440 w 12192000"/>
              <a:gd name="connsiteY47" fmla="*/ 3170393 h 3442855"/>
              <a:gd name="connsiteX48" fmla="*/ 1907653 w 12192000"/>
              <a:gd name="connsiteY48" fmla="*/ 3175484 h 3442855"/>
              <a:gd name="connsiteX49" fmla="*/ 1856828 w 12192000"/>
              <a:gd name="connsiteY49" fmla="*/ 3184705 h 3442855"/>
              <a:gd name="connsiteX50" fmla="*/ 1831611 w 12192000"/>
              <a:gd name="connsiteY50" fmla="*/ 3205201 h 3442855"/>
              <a:gd name="connsiteX51" fmla="*/ 1715859 w 12192000"/>
              <a:gd name="connsiteY51" fmla="*/ 3229661 h 3442855"/>
              <a:gd name="connsiteX52" fmla="*/ 1573012 w 12192000"/>
              <a:gd name="connsiteY52" fmla="*/ 3250275 h 3442855"/>
              <a:gd name="connsiteX53" fmla="*/ 1525936 w 12192000"/>
              <a:gd name="connsiteY53" fmla="*/ 3243056 h 3442855"/>
              <a:gd name="connsiteX54" fmla="*/ 1515932 w 12192000"/>
              <a:gd name="connsiteY54" fmla="*/ 3243699 h 3442855"/>
              <a:gd name="connsiteX55" fmla="*/ 1418247 w 12192000"/>
              <a:gd name="connsiteY55" fmla="*/ 3236042 h 3442855"/>
              <a:gd name="connsiteX56" fmla="*/ 1311781 w 12192000"/>
              <a:gd name="connsiteY56" fmla="*/ 3207733 h 3442855"/>
              <a:gd name="connsiteX57" fmla="*/ 1287526 w 12192000"/>
              <a:gd name="connsiteY57" fmla="*/ 3195564 h 3442855"/>
              <a:gd name="connsiteX58" fmla="*/ 1275912 w 12192000"/>
              <a:gd name="connsiteY58" fmla="*/ 3202348 h 3442855"/>
              <a:gd name="connsiteX59" fmla="*/ 1160923 w 12192000"/>
              <a:gd name="connsiteY59" fmla="*/ 3219676 h 3442855"/>
              <a:gd name="connsiteX60" fmla="*/ 909690 w 12192000"/>
              <a:gd name="connsiteY60" fmla="*/ 3216919 h 3442855"/>
              <a:gd name="connsiteX61" fmla="*/ 764020 w 12192000"/>
              <a:gd name="connsiteY61" fmla="*/ 3235844 h 3442855"/>
              <a:gd name="connsiteX62" fmla="*/ 701915 w 12192000"/>
              <a:gd name="connsiteY62" fmla="*/ 3250223 h 3442855"/>
              <a:gd name="connsiteX63" fmla="*/ 463292 w 12192000"/>
              <a:gd name="connsiteY63" fmla="*/ 3316636 h 3442855"/>
              <a:gd name="connsiteX64" fmla="*/ 369865 w 12192000"/>
              <a:gd name="connsiteY64" fmla="*/ 3339094 h 3442855"/>
              <a:gd name="connsiteX65" fmla="*/ 318911 w 12192000"/>
              <a:gd name="connsiteY65" fmla="*/ 3367912 h 3442855"/>
              <a:gd name="connsiteX66" fmla="*/ 119548 w 12192000"/>
              <a:gd name="connsiteY66" fmla="*/ 3404651 h 3442855"/>
              <a:gd name="connsiteX67" fmla="*/ 0 w 12192000"/>
              <a:gd name="connsiteY67" fmla="*/ 3414000 h 3442855"/>
              <a:gd name="connsiteX68" fmla="*/ 0 w 12192000"/>
              <a:gd name="connsiteY68" fmla="*/ 2 h 3442855"/>
              <a:gd name="connsiteX69" fmla="*/ 3459904 w 12192000"/>
              <a:gd name="connsiteY69" fmla="*/ 1 h 3442855"/>
              <a:gd name="connsiteX70" fmla="*/ 3459907 w 12192000"/>
              <a:gd name="connsiteY70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71588 w 12192000"/>
              <a:gd name="connsiteY11" fmla="*/ 3113441 h 3442855"/>
              <a:gd name="connsiteX12" fmla="*/ 11270977 w 12192000"/>
              <a:gd name="connsiteY12" fmla="*/ 3100396 h 3442855"/>
              <a:gd name="connsiteX13" fmla="*/ 11250574 w 12192000"/>
              <a:gd name="connsiteY13" fmla="*/ 3091174 h 3442855"/>
              <a:gd name="connsiteX14" fmla="*/ 11246505 w 12192000"/>
              <a:gd name="connsiteY14" fmla="*/ 3086783 h 3442855"/>
              <a:gd name="connsiteX15" fmla="*/ 11221805 w 12192000"/>
              <a:gd name="connsiteY15" fmla="*/ 3063540 h 3442855"/>
              <a:gd name="connsiteX16" fmla="*/ 11135382 w 12192000"/>
              <a:gd name="connsiteY16" fmla="*/ 3062095 h 3442855"/>
              <a:gd name="connsiteX17" fmla="*/ 11056771 w 12192000"/>
              <a:gd name="connsiteY17" fmla="*/ 3020684 h 3442855"/>
              <a:gd name="connsiteX18" fmla="*/ 10800887 w 12192000"/>
              <a:gd name="connsiteY18" fmla="*/ 2963080 h 3442855"/>
              <a:gd name="connsiteX19" fmla="*/ 10701230 w 12192000"/>
              <a:gd name="connsiteY19" fmla="*/ 2935785 h 3442855"/>
              <a:gd name="connsiteX20" fmla="*/ 10529686 w 12192000"/>
              <a:gd name="connsiteY20" fmla="*/ 2918071 h 3442855"/>
              <a:gd name="connsiteX21" fmla="*/ 10337584 w 12192000"/>
              <a:gd name="connsiteY21" fmla="*/ 2926238 h 3442855"/>
              <a:gd name="connsiteX22" fmla="*/ 10179941 w 12192000"/>
              <a:gd name="connsiteY22" fmla="*/ 2930174 h 3442855"/>
              <a:gd name="connsiteX23" fmla="*/ 10129038 w 12192000"/>
              <a:gd name="connsiteY23" fmla="*/ 2929992 h 3442855"/>
              <a:gd name="connsiteX24" fmla="*/ 10044809 w 12192000"/>
              <a:gd name="connsiteY24" fmla="*/ 2932587 h 3442855"/>
              <a:gd name="connsiteX25" fmla="*/ 9923926 w 12192000"/>
              <a:gd name="connsiteY25" fmla="*/ 2936679 h 3442855"/>
              <a:gd name="connsiteX26" fmla="*/ 9825938 w 12192000"/>
              <a:gd name="connsiteY26" fmla="*/ 2915287 h 3442855"/>
              <a:gd name="connsiteX27" fmla="*/ 9761662 w 12192000"/>
              <a:gd name="connsiteY27" fmla="*/ 2916695 h 3442855"/>
              <a:gd name="connsiteX28" fmla="*/ 9688436 w 12192000"/>
              <a:gd name="connsiteY28" fmla="*/ 2894364 h 3442855"/>
              <a:gd name="connsiteX29" fmla="*/ 9626359 w 12192000"/>
              <a:gd name="connsiteY29" fmla="*/ 2876388 h 3442855"/>
              <a:gd name="connsiteX30" fmla="*/ 9536686 w 12192000"/>
              <a:gd name="connsiteY30" fmla="*/ 2845662 h 3442855"/>
              <a:gd name="connsiteX31" fmla="*/ 9500517 w 12192000"/>
              <a:gd name="connsiteY31" fmla="*/ 2847197 h 3442855"/>
              <a:gd name="connsiteX32" fmla="*/ 9432874 w 12192000"/>
              <a:gd name="connsiteY32" fmla="*/ 2826106 h 3442855"/>
              <a:gd name="connsiteX33" fmla="*/ 9340481 w 12192000"/>
              <a:gd name="connsiteY33" fmla="*/ 2831628 h 3442855"/>
              <a:gd name="connsiteX34" fmla="*/ 9191002 w 12192000"/>
              <a:gd name="connsiteY34" fmla="*/ 2776544 h 3442855"/>
              <a:gd name="connsiteX35" fmla="*/ 9181756 w 12192000"/>
              <a:gd name="connsiteY35" fmla="*/ 2773801 h 3442855"/>
              <a:gd name="connsiteX36" fmla="*/ 8912415 w 12192000"/>
              <a:gd name="connsiteY36" fmla="*/ 2765023 h 3442855"/>
              <a:gd name="connsiteX37" fmla="*/ 7709716 w 12192000"/>
              <a:gd name="connsiteY37" fmla="*/ 2795956 h 3442855"/>
              <a:gd name="connsiteX38" fmla="*/ 6923164 w 12192000"/>
              <a:gd name="connsiteY38" fmla="*/ 2920980 h 3442855"/>
              <a:gd name="connsiteX39" fmla="*/ 3308915 w 12192000"/>
              <a:gd name="connsiteY39" fmla="*/ 3049912 h 3442855"/>
              <a:gd name="connsiteX40" fmla="*/ 2643050 w 12192000"/>
              <a:gd name="connsiteY40" fmla="*/ 3112559 h 3442855"/>
              <a:gd name="connsiteX41" fmla="*/ 2426006 w 12192000"/>
              <a:gd name="connsiteY41" fmla="*/ 3161942 h 3442855"/>
              <a:gd name="connsiteX42" fmla="*/ 2291811 w 12192000"/>
              <a:gd name="connsiteY42" fmla="*/ 3176941 h 3442855"/>
              <a:gd name="connsiteX43" fmla="*/ 2201685 w 12192000"/>
              <a:gd name="connsiteY43" fmla="*/ 3200625 h 3442855"/>
              <a:gd name="connsiteX44" fmla="*/ 2046141 w 12192000"/>
              <a:gd name="connsiteY44" fmla="*/ 3203263 h 3442855"/>
              <a:gd name="connsiteX45" fmla="*/ 1953987 w 12192000"/>
              <a:gd name="connsiteY45" fmla="*/ 3176250 h 3442855"/>
              <a:gd name="connsiteX46" fmla="*/ 1924440 w 12192000"/>
              <a:gd name="connsiteY46" fmla="*/ 3170393 h 3442855"/>
              <a:gd name="connsiteX47" fmla="*/ 1907653 w 12192000"/>
              <a:gd name="connsiteY47" fmla="*/ 3175484 h 3442855"/>
              <a:gd name="connsiteX48" fmla="*/ 1856828 w 12192000"/>
              <a:gd name="connsiteY48" fmla="*/ 3184705 h 3442855"/>
              <a:gd name="connsiteX49" fmla="*/ 1831611 w 12192000"/>
              <a:gd name="connsiteY49" fmla="*/ 3205201 h 3442855"/>
              <a:gd name="connsiteX50" fmla="*/ 1715859 w 12192000"/>
              <a:gd name="connsiteY50" fmla="*/ 3229661 h 3442855"/>
              <a:gd name="connsiteX51" fmla="*/ 1573012 w 12192000"/>
              <a:gd name="connsiteY51" fmla="*/ 3250275 h 3442855"/>
              <a:gd name="connsiteX52" fmla="*/ 1525936 w 12192000"/>
              <a:gd name="connsiteY52" fmla="*/ 3243056 h 3442855"/>
              <a:gd name="connsiteX53" fmla="*/ 1515932 w 12192000"/>
              <a:gd name="connsiteY53" fmla="*/ 3243699 h 3442855"/>
              <a:gd name="connsiteX54" fmla="*/ 1418247 w 12192000"/>
              <a:gd name="connsiteY54" fmla="*/ 3236042 h 3442855"/>
              <a:gd name="connsiteX55" fmla="*/ 1311781 w 12192000"/>
              <a:gd name="connsiteY55" fmla="*/ 3207733 h 3442855"/>
              <a:gd name="connsiteX56" fmla="*/ 1287526 w 12192000"/>
              <a:gd name="connsiteY56" fmla="*/ 3195564 h 3442855"/>
              <a:gd name="connsiteX57" fmla="*/ 1275912 w 12192000"/>
              <a:gd name="connsiteY57" fmla="*/ 3202348 h 3442855"/>
              <a:gd name="connsiteX58" fmla="*/ 1160923 w 12192000"/>
              <a:gd name="connsiteY58" fmla="*/ 3219676 h 3442855"/>
              <a:gd name="connsiteX59" fmla="*/ 909690 w 12192000"/>
              <a:gd name="connsiteY59" fmla="*/ 3216919 h 3442855"/>
              <a:gd name="connsiteX60" fmla="*/ 764020 w 12192000"/>
              <a:gd name="connsiteY60" fmla="*/ 3235844 h 3442855"/>
              <a:gd name="connsiteX61" fmla="*/ 701915 w 12192000"/>
              <a:gd name="connsiteY61" fmla="*/ 3250223 h 3442855"/>
              <a:gd name="connsiteX62" fmla="*/ 463292 w 12192000"/>
              <a:gd name="connsiteY62" fmla="*/ 3316636 h 3442855"/>
              <a:gd name="connsiteX63" fmla="*/ 369865 w 12192000"/>
              <a:gd name="connsiteY63" fmla="*/ 3339094 h 3442855"/>
              <a:gd name="connsiteX64" fmla="*/ 318911 w 12192000"/>
              <a:gd name="connsiteY64" fmla="*/ 3367912 h 3442855"/>
              <a:gd name="connsiteX65" fmla="*/ 119548 w 12192000"/>
              <a:gd name="connsiteY65" fmla="*/ 3404651 h 3442855"/>
              <a:gd name="connsiteX66" fmla="*/ 0 w 12192000"/>
              <a:gd name="connsiteY66" fmla="*/ 3414000 h 3442855"/>
              <a:gd name="connsiteX67" fmla="*/ 0 w 12192000"/>
              <a:gd name="connsiteY67" fmla="*/ 2 h 3442855"/>
              <a:gd name="connsiteX68" fmla="*/ 3459904 w 12192000"/>
              <a:gd name="connsiteY68" fmla="*/ 1 h 3442855"/>
              <a:gd name="connsiteX69" fmla="*/ 3459907 w 12192000"/>
              <a:gd name="connsiteY69" fmla="*/ 0 h 344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2192000" h="3442855">
                <a:moveTo>
                  <a:pt x="3459907" y="0"/>
                </a:moveTo>
                <a:lnTo>
                  <a:pt x="12192000" y="0"/>
                </a:lnTo>
                <a:lnTo>
                  <a:pt x="12192000" y="3442855"/>
                </a:lnTo>
                <a:lnTo>
                  <a:pt x="12076094" y="3423357"/>
                </a:lnTo>
                <a:cubicBezTo>
                  <a:pt x="12005159" y="3438127"/>
                  <a:pt x="12014346" y="3381657"/>
                  <a:pt x="11974360" y="3396494"/>
                </a:cubicBezTo>
                <a:cubicBezTo>
                  <a:pt x="11904719" y="3371812"/>
                  <a:pt x="11861782" y="3344051"/>
                  <a:pt x="11825709" y="3356473"/>
                </a:cubicBezTo>
                <a:cubicBezTo>
                  <a:pt x="11795915" y="3337312"/>
                  <a:pt x="11776282" y="3287434"/>
                  <a:pt x="11731940" y="3297768"/>
                </a:cubicBezTo>
                <a:cubicBezTo>
                  <a:pt x="11745979" y="3276550"/>
                  <a:pt x="11683245" y="3292173"/>
                  <a:pt x="11676634" y="3269119"/>
                </a:cubicBezTo>
                <a:cubicBezTo>
                  <a:pt x="11673835" y="3250701"/>
                  <a:pt x="11654148" y="3251146"/>
                  <a:pt x="11639416" y="3243537"/>
                </a:cubicBezTo>
                <a:cubicBezTo>
                  <a:pt x="11629359" y="3224298"/>
                  <a:pt x="11554687" y="3202798"/>
                  <a:pt x="11528409" y="3203904"/>
                </a:cubicBezTo>
                <a:cubicBezTo>
                  <a:pt x="11453995" y="3217978"/>
                  <a:pt x="11397027" y="3139530"/>
                  <a:pt x="11337600" y="3148858"/>
                </a:cubicBezTo>
                <a:cubicBezTo>
                  <a:pt x="11294796" y="3133781"/>
                  <a:pt x="11282692" y="3121518"/>
                  <a:pt x="11271588" y="3113441"/>
                </a:cubicBezTo>
                <a:cubicBezTo>
                  <a:pt x="11271384" y="3109093"/>
                  <a:pt x="11271181" y="3104744"/>
                  <a:pt x="11270977" y="3100396"/>
                </a:cubicBezTo>
                <a:lnTo>
                  <a:pt x="11250574" y="3091174"/>
                </a:lnTo>
                <a:lnTo>
                  <a:pt x="11246505" y="3086783"/>
                </a:lnTo>
                <a:cubicBezTo>
                  <a:pt x="11238764" y="3078354"/>
                  <a:pt x="11230851" y="3070308"/>
                  <a:pt x="11221805" y="3063540"/>
                </a:cubicBezTo>
                <a:cubicBezTo>
                  <a:pt x="11194819" y="3110734"/>
                  <a:pt x="11140396" y="3013748"/>
                  <a:pt x="11135382" y="3062095"/>
                </a:cubicBezTo>
                <a:cubicBezTo>
                  <a:pt x="11080975" y="3033115"/>
                  <a:pt x="11090475" y="3086737"/>
                  <a:pt x="11056771" y="3020684"/>
                </a:cubicBezTo>
                <a:cubicBezTo>
                  <a:pt x="10950489" y="2984550"/>
                  <a:pt x="10968513" y="2976705"/>
                  <a:pt x="10800887" y="2963080"/>
                </a:cubicBezTo>
                <a:cubicBezTo>
                  <a:pt x="10782723" y="2947697"/>
                  <a:pt x="10721294" y="2942886"/>
                  <a:pt x="10701230" y="2935785"/>
                </a:cubicBezTo>
                <a:lnTo>
                  <a:pt x="10529686" y="2918071"/>
                </a:lnTo>
                <a:cubicBezTo>
                  <a:pt x="10467898" y="2936564"/>
                  <a:pt x="10391723" y="2920684"/>
                  <a:pt x="10337584" y="2926238"/>
                </a:cubicBezTo>
                <a:cubicBezTo>
                  <a:pt x="10271486" y="2936266"/>
                  <a:pt x="10261085" y="2903356"/>
                  <a:pt x="10179941" y="2930174"/>
                </a:cubicBezTo>
                <a:cubicBezTo>
                  <a:pt x="10171294" y="2901323"/>
                  <a:pt x="10143743" y="2928373"/>
                  <a:pt x="10129038" y="2929992"/>
                </a:cubicBezTo>
                <a:cubicBezTo>
                  <a:pt x="10111049" y="2935411"/>
                  <a:pt x="10080763" y="2928965"/>
                  <a:pt x="10044809" y="2932587"/>
                </a:cubicBezTo>
                <a:cubicBezTo>
                  <a:pt x="9986964" y="2934979"/>
                  <a:pt x="10040427" y="2926217"/>
                  <a:pt x="9923926" y="2936679"/>
                </a:cubicBezTo>
                <a:cubicBezTo>
                  <a:pt x="9890801" y="2937500"/>
                  <a:pt x="9863184" y="2908407"/>
                  <a:pt x="9825938" y="2915287"/>
                </a:cubicBezTo>
                <a:lnTo>
                  <a:pt x="9761662" y="2916695"/>
                </a:lnTo>
                <a:lnTo>
                  <a:pt x="9688436" y="2894364"/>
                </a:lnTo>
                <a:lnTo>
                  <a:pt x="9626359" y="2876388"/>
                </a:lnTo>
                <a:lnTo>
                  <a:pt x="9536686" y="2845662"/>
                </a:lnTo>
                <a:cubicBezTo>
                  <a:pt x="9530621" y="2846717"/>
                  <a:pt x="9510170" y="2854046"/>
                  <a:pt x="9500517" y="2847197"/>
                </a:cubicBezTo>
                <a:lnTo>
                  <a:pt x="9432874" y="2826106"/>
                </a:lnTo>
                <a:cubicBezTo>
                  <a:pt x="9425326" y="2827008"/>
                  <a:pt x="9347481" y="2827961"/>
                  <a:pt x="9340481" y="2831628"/>
                </a:cubicBezTo>
                <a:cubicBezTo>
                  <a:pt x="9293603" y="2778331"/>
                  <a:pt x="9255558" y="2808341"/>
                  <a:pt x="9191002" y="2776544"/>
                </a:cubicBezTo>
                <a:lnTo>
                  <a:pt x="9181756" y="2773801"/>
                </a:lnTo>
                <a:lnTo>
                  <a:pt x="8912415" y="2765023"/>
                </a:lnTo>
                <a:lnTo>
                  <a:pt x="7709716" y="2795956"/>
                </a:lnTo>
                <a:cubicBezTo>
                  <a:pt x="7352819" y="2829880"/>
                  <a:pt x="7380767" y="2943418"/>
                  <a:pt x="6923164" y="2920980"/>
                </a:cubicBezTo>
                <a:cubicBezTo>
                  <a:pt x="5970798" y="2826379"/>
                  <a:pt x="4381146" y="3024064"/>
                  <a:pt x="3308915" y="3049912"/>
                </a:cubicBezTo>
                <a:cubicBezTo>
                  <a:pt x="3098453" y="3075471"/>
                  <a:pt x="2865005" y="3091676"/>
                  <a:pt x="2643050" y="3112559"/>
                </a:cubicBezTo>
                <a:lnTo>
                  <a:pt x="2426006" y="3161942"/>
                </a:lnTo>
                <a:lnTo>
                  <a:pt x="2291811" y="3176941"/>
                </a:lnTo>
                <a:lnTo>
                  <a:pt x="2201685" y="3200625"/>
                </a:lnTo>
                <a:cubicBezTo>
                  <a:pt x="2115718" y="3217427"/>
                  <a:pt x="2132108" y="3186461"/>
                  <a:pt x="2046141" y="3203263"/>
                </a:cubicBezTo>
                <a:cubicBezTo>
                  <a:pt x="2010569" y="3191771"/>
                  <a:pt x="1980262" y="3182883"/>
                  <a:pt x="1953987" y="3176250"/>
                </a:cubicBezTo>
                <a:lnTo>
                  <a:pt x="1924440" y="3170393"/>
                </a:lnTo>
                <a:lnTo>
                  <a:pt x="1907653" y="3175484"/>
                </a:lnTo>
                <a:cubicBezTo>
                  <a:pt x="1878061" y="3178004"/>
                  <a:pt x="1876006" y="3207968"/>
                  <a:pt x="1856828" y="3184705"/>
                </a:cubicBezTo>
                <a:lnTo>
                  <a:pt x="1831611" y="3205201"/>
                </a:lnTo>
                <a:lnTo>
                  <a:pt x="1715859" y="3229661"/>
                </a:lnTo>
                <a:lnTo>
                  <a:pt x="1573012" y="3250275"/>
                </a:lnTo>
                <a:lnTo>
                  <a:pt x="1525936" y="3243056"/>
                </a:lnTo>
                <a:lnTo>
                  <a:pt x="1515932" y="3243699"/>
                </a:lnTo>
                <a:cubicBezTo>
                  <a:pt x="1483797" y="3247820"/>
                  <a:pt x="1486309" y="3252662"/>
                  <a:pt x="1418247" y="3236042"/>
                </a:cubicBezTo>
                <a:cubicBezTo>
                  <a:pt x="1389292" y="3213946"/>
                  <a:pt x="1345427" y="3216968"/>
                  <a:pt x="1311781" y="3207733"/>
                </a:cubicBezTo>
                <a:lnTo>
                  <a:pt x="1287526" y="3195564"/>
                </a:lnTo>
                <a:lnTo>
                  <a:pt x="1275912" y="3202348"/>
                </a:lnTo>
                <a:cubicBezTo>
                  <a:pt x="1219626" y="3232740"/>
                  <a:pt x="1230867" y="3206674"/>
                  <a:pt x="1160923" y="3219676"/>
                </a:cubicBezTo>
                <a:cubicBezTo>
                  <a:pt x="1120939" y="3215839"/>
                  <a:pt x="1029087" y="3185516"/>
                  <a:pt x="909690" y="3216919"/>
                </a:cubicBezTo>
                <a:cubicBezTo>
                  <a:pt x="860463" y="3220671"/>
                  <a:pt x="794970" y="3221233"/>
                  <a:pt x="764020" y="3235844"/>
                </a:cubicBezTo>
                <a:cubicBezTo>
                  <a:pt x="713142" y="3261931"/>
                  <a:pt x="769145" y="3237498"/>
                  <a:pt x="701915" y="3250223"/>
                </a:cubicBezTo>
                <a:cubicBezTo>
                  <a:pt x="644188" y="3215027"/>
                  <a:pt x="531278" y="3284445"/>
                  <a:pt x="463292" y="3316636"/>
                </a:cubicBezTo>
                <a:cubicBezTo>
                  <a:pt x="456096" y="3336479"/>
                  <a:pt x="389128" y="3337531"/>
                  <a:pt x="369865" y="3339094"/>
                </a:cubicBezTo>
                <a:cubicBezTo>
                  <a:pt x="365488" y="3372375"/>
                  <a:pt x="330307" y="3346614"/>
                  <a:pt x="318911" y="3367912"/>
                </a:cubicBezTo>
                <a:cubicBezTo>
                  <a:pt x="256531" y="3381126"/>
                  <a:pt x="186611" y="3396061"/>
                  <a:pt x="119548" y="3404651"/>
                </a:cubicBezTo>
                <a:lnTo>
                  <a:pt x="0" y="3414000"/>
                </a:lnTo>
                <a:lnTo>
                  <a:pt x="0" y="2"/>
                </a:lnTo>
                <a:lnTo>
                  <a:pt x="3459904" y="1"/>
                </a:lnTo>
                <a:cubicBezTo>
                  <a:pt x="3459905" y="1"/>
                  <a:pt x="3459906" y="0"/>
                  <a:pt x="3459907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08CD17C-4A7C-477D-A659-BA8A89A7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1775" y="1609518"/>
            <a:ext cx="6610350" cy="294235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997770-3F9E-43A3-9D29-5444EEB6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74" y="156189"/>
            <a:ext cx="10714552" cy="584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7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DF7C3-FC9F-56D8-17FB-B0E446E7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6" y="788276"/>
            <a:ext cx="12102674" cy="528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F1C56-4CCB-02FE-4800-744AD25A8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70" y="643467"/>
            <a:ext cx="836806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2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6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GPA1-B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Jamari Fowler</dc:creator>
  <cp:lastModifiedBy>Jamari Fowler</cp:lastModifiedBy>
  <cp:revision>1</cp:revision>
  <dcterms:created xsi:type="dcterms:W3CDTF">2026-01-19T02:46:45Z</dcterms:created>
  <dcterms:modified xsi:type="dcterms:W3CDTF">2026-01-19T16:24:08Z</dcterms:modified>
</cp:coreProperties>
</file>